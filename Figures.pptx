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57" r:id="rId5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5D5C58F-149D-4C7A-BDCE-87DA445BF735}" v="77" dt="2024-12-12T16:14:15.36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992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88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ean Dubé" userId="882c04f9-1a81-4291-9041-4bf48e7ceb64" providerId="ADAL" clId="{35D5C58F-149D-4C7A-BDCE-87DA445BF735}"/>
    <pc:docChg chg="undo custSel addSld modSld">
      <pc:chgData name="Jean Dubé" userId="882c04f9-1a81-4291-9041-4bf48e7ceb64" providerId="ADAL" clId="{35D5C58F-149D-4C7A-BDCE-87DA445BF735}" dt="2024-12-12T16:14:15.366" v="344"/>
      <pc:docMkLst>
        <pc:docMk/>
      </pc:docMkLst>
      <pc:sldChg chg="modSp mod">
        <pc:chgData name="Jean Dubé" userId="882c04f9-1a81-4291-9041-4bf48e7ceb64" providerId="ADAL" clId="{35D5C58F-149D-4C7A-BDCE-87DA445BF735}" dt="2024-12-12T15:07:48.588" v="79" actId="121"/>
        <pc:sldMkLst>
          <pc:docMk/>
          <pc:sldMk cId="1247970688" sldId="256"/>
        </pc:sldMkLst>
        <pc:spChg chg="mod">
          <ac:chgData name="Jean Dubé" userId="882c04f9-1a81-4291-9041-4bf48e7ceb64" providerId="ADAL" clId="{35D5C58F-149D-4C7A-BDCE-87DA445BF735}" dt="2024-12-12T15:07:35.373" v="69" actId="255"/>
          <ac:spMkLst>
            <pc:docMk/>
            <pc:sldMk cId="1247970688" sldId="256"/>
            <ac:spMk id="2" creationId="{AB12A402-5B14-CAAE-6F14-FCF3F3603012}"/>
          </ac:spMkLst>
        </pc:spChg>
        <pc:spChg chg="mod">
          <ac:chgData name="Jean Dubé" userId="882c04f9-1a81-4291-9041-4bf48e7ceb64" providerId="ADAL" clId="{35D5C58F-149D-4C7A-BDCE-87DA445BF735}" dt="2024-12-12T15:07:48.588" v="79" actId="121"/>
          <ac:spMkLst>
            <pc:docMk/>
            <pc:sldMk cId="1247970688" sldId="256"/>
            <ac:spMk id="3" creationId="{310B6D4B-58DB-132C-6154-5A8724735307}"/>
          </ac:spMkLst>
        </pc:spChg>
      </pc:sldChg>
      <pc:sldChg chg="modSp mod">
        <pc:chgData name="Jean Dubé" userId="882c04f9-1a81-4291-9041-4bf48e7ceb64" providerId="ADAL" clId="{35D5C58F-149D-4C7A-BDCE-87DA445BF735}" dt="2024-12-12T16:14:15.366" v="344"/>
        <pc:sldMkLst>
          <pc:docMk/>
          <pc:sldMk cId="333759262" sldId="257"/>
        </pc:sldMkLst>
        <pc:spChg chg="mod">
          <ac:chgData name="Jean Dubé" userId="882c04f9-1a81-4291-9041-4bf48e7ceb64" providerId="ADAL" clId="{35D5C58F-149D-4C7A-BDCE-87DA445BF735}" dt="2024-12-12T16:13:47.649" v="338" actId="14100"/>
          <ac:spMkLst>
            <pc:docMk/>
            <pc:sldMk cId="333759262" sldId="257"/>
            <ac:spMk id="4" creationId="{ED108F4E-8AAC-2780-73E8-688CC19EA95A}"/>
          </ac:spMkLst>
        </pc:spChg>
        <pc:spChg chg="mod">
          <ac:chgData name="Jean Dubé" userId="882c04f9-1a81-4291-9041-4bf48e7ceb64" providerId="ADAL" clId="{35D5C58F-149D-4C7A-BDCE-87DA445BF735}" dt="2024-12-12T16:14:07.770" v="343"/>
          <ac:spMkLst>
            <pc:docMk/>
            <pc:sldMk cId="333759262" sldId="257"/>
            <ac:spMk id="5" creationId="{DF40EBCF-82EF-2AE4-90C6-3178965E29B6}"/>
          </ac:spMkLst>
        </pc:spChg>
        <pc:spChg chg="mod">
          <ac:chgData name="Jean Dubé" userId="882c04f9-1a81-4291-9041-4bf48e7ceb64" providerId="ADAL" clId="{35D5C58F-149D-4C7A-BDCE-87DA445BF735}" dt="2024-12-12T16:13:52.346" v="339"/>
          <ac:spMkLst>
            <pc:docMk/>
            <pc:sldMk cId="333759262" sldId="257"/>
            <ac:spMk id="6" creationId="{7DF5193C-64EB-C72A-7430-E14DED550C95}"/>
          </ac:spMkLst>
        </pc:spChg>
        <pc:spChg chg="mod">
          <ac:chgData name="Jean Dubé" userId="882c04f9-1a81-4291-9041-4bf48e7ceb64" providerId="ADAL" clId="{35D5C58F-149D-4C7A-BDCE-87DA445BF735}" dt="2024-12-12T16:14:04.219" v="342"/>
          <ac:spMkLst>
            <pc:docMk/>
            <pc:sldMk cId="333759262" sldId="257"/>
            <ac:spMk id="7" creationId="{565A5B45-DE1F-CF3A-B14E-45C302EE2638}"/>
          </ac:spMkLst>
        </pc:spChg>
        <pc:spChg chg="mod">
          <ac:chgData name="Jean Dubé" userId="882c04f9-1a81-4291-9041-4bf48e7ceb64" providerId="ADAL" clId="{35D5C58F-149D-4C7A-BDCE-87DA445BF735}" dt="2024-12-12T16:14:00.887" v="341"/>
          <ac:spMkLst>
            <pc:docMk/>
            <pc:sldMk cId="333759262" sldId="257"/>
            <ac:spMk id="8" creationId="{310C11D2-4554-E0AB-2D95-2DE235C4460F}"/>
          </ac:spMkLst>
        </pc:spChg>
        <pc:spChg chg="mod">
          <ac:chgData name="Jean Dubé" userId="882c04f9-1a81-4291-9041-4bf48e7ceb64" providerId="ADAL" clId="{35D5C58F-149D-4C7A-BDCE-87DA445BF735}" dt="2024-12-12T16:14:15.366" v="344"/>
          <ac:spMkLst>
            <pc:docMk/>
            <pc:sldMk cId="333759262" sldId="257"/>
            <ac:spMk id="15" creationId="{A10970C1-067A-8B63-8D73-385299D7FEE7}"/>
          </ac:spMkLst>
        </pc:spChg>
        <pc:spChg chg="mod">
          <ac:chgData name="Jean Dubé" userId="882c04f9-1a81-4291-9041-4bf48e7ceb64" providerId="ADAL" clId="{35D5C58F-149D-4C7A-BDCE-87DA445BF735}" dt="2024-12-12T16:13:57.436" v="340"/>
          <ac:spMkLst>
            <pc:docMk/>
            <pc:sldMk cId="333759262" sldId="257"/>
            <ac:spMk id="16" creationId="{7EF3AB5D-8DEE-D18E-D12C-EE19EA77B09A}"/>
          </ac:spMkLst>
        </pc:spChg>
        <pc:cxnChg chg="mod">
          <ac:chgData name="Jean Dubé" userId="882c04f9-1a81-4291-9041-4bf48e7ceb64" providerId="ADAL" clId="{35D5C58F-149D-4C7A-BDCE-87DA445BF735}" dt="2024-12-12T16:13:47.649" v="338" actId="14100"/>
          <ac:cxnSpMkLst>
            <pc:docMk/>
            <pc:sldMk cId="333759262" sldId="257"/>
            <ac:cxnSpMk id="10" creationId="{ECE43EE8-E60A-2934-E682-8819ABC2CB68}"/>
          </ac:cxnSpMkLst>
        </pc:cxnChg>
        <pc:cxnChg chg="mod">
          <ac:chgData name="Jean Dubé" userId="882c04f9-1a81-4291-9041-4bf48e7ceb64" providerId="ADAL" clId="{35D5C58F-149D-4C7A-BDCE-87DA445BF735}" dt="2024-12-12T16:13:47.649" v="338" actId="14100"/>
          <ac:cxnSpMkLst>
            <pc:docMk/>
            <pc:sldMk cId="333759262" sldId="257"/>
            <ac:cxnSpMk id="11" creationId="{4C74AB21-D58C-92E3-D6DA-2D6CE93DE855}"/>
          </ac:cxnSpMkLst>
        </pc:cxnChg>
      </pc:sldChg>
      <pc:sldChg chg="addSp modSp mod">
        <pc:chgData name="Jean Dubé" userId="882c04f9-1a81-4291-9041-4bf48e7ceb64" providerId="ADAL" clId="{35D5C58F-149D-4C7A-BDCE-87DA445BF735}" dt="2024-12-12T16:12:21.199" v="318"/>
        <pc:sldMkLst>
          <pc:docMk/>
          <pc:sldMk cId="1743939267" sldId="258"/>
        </pc:sldMkLst>
        <pc:spChg chg="mod">
          <ac:chgData name="Jean Dubé" userId="882c04f9-1a81-4291-9041-4bf48e7ceb64" providerId="ADAL" clId="{35D5C58F-149D-4C7A-BDCE-87DA445BF735}" dt="2024-12-12T16:12:10.019" v="316"/>
          <ac:spMkLst>
            <pc:docMk/>
            <pc:sldMk cId="1743939267" sldId="258"/>
            <ac:spMk id="6" creationId="{3B22AA44-D4C6-58F9-2256-7409BDA6FD2E}"/>
          </ac:spMkLst>
        </pc:spChg>
        <pc:spChg chg="mod">
          <ac:chgData name="Jean Dubé" userId="882c04f9-1a81-4291-9041-4bf48e7ceb64" providerId="ADAL" clId="{35D5C58F-149D-4C7A-BDCE-87DA445BF735}" dt="2024-12-12T16:12:17.325" v="317"/>
          <ac:spMkLst>
            <pc:docMk/>
            <pc:sldMk cId="1743939267" sldId="258"/>
            <ac:spMk id="18" creationId="{1805521A-839C-0067-408D-9BBBFA378E5A}"/>
          </ac:spMkLst>
        </pc:spChg>
        <pc:spChg chg="mod">
          <ac:chgData name="Jean Dubé" userId="882c04f9-1a81-4291-9041-4bf48e7ceb64" providerId="ADAL" clId="{35D5C58F-149D-4C7A-BDCE-87DA445BF735}" dt="2024-12-12T16:12:21.199" v="318"/>
          <ac:spMkLst>
            <pc:docMk/>
            <pc:sldMk cId="1743939267" sldId="258"/>
            <ac:spMk id="25" creationId="{BC77D898-D601-62A2-267D-CC72CCC07191}"/>
          </ac:spMkLst>
        </pc:spChg>
        <pc:spChg chg="add mod">
          <ac:chgData name="Jean Dubé" userId="882c04f9-1a81-4291-9041-4bf48e7ceb64" providerId="ADAL" clId="{35D5C58F-149D-4C7A-BDCE-87DA445BF735}" dt="2024-12-12T14:16:43.416" v="11"/>
          <ac:spMkLst>
            <pc:docMk/>
            <pc:sldMk cId="1743939267" sldId="258"/>
            <ac:spMk id="40" creationId="{3CB06CC7-1BC3-8175-13F2-B5A8906A70F0}"/>
          </ac:spMkLst>
        </pc:spChg>
        <pc:spChg chg="add mod">
          <ac:chgData name="Jean Dubé" userId="882c04f9-1a81-4291-9041-4bf48e7ceb64" providerId="ADAL" clId="{35D5C58F-149D-4C7A-BDCE-87DA445BF735}" dt="2024-12-12T14:43:28.352" v="20" actId="1076"/>
          <ac:spMkLst>
            <pc:docMk/>
            <pc:sldMk cId="1743939267" sldId="258"/>
            <ac:spMk id="41" creationId="{BFC148F3-DAE3-554F-0697-0C79D81E2E64}"/>
          </ac:spMkLst>
        </pc:spChg>
        <pc:cxnChg chg="mod">
          <ac:chgData name="Jean Dubé" userId="882c04f9-1a81-4291-9041-4bf48e7ceb64" providerId="ADAL" clId="{35D5C58F-149D-4C7A-BDCE-87DA445BF735}" dt="2024-12-12T14:43:43.788" v="22" actId="14100"/>
          <ac:cxnSpMkLst>
            <pc:docMk/>
            <pc:sldMk cId="1743939267" sldId="258"/>
            <ac:cxnSpMk id="37" creationId="{7DEEE2AD-FD6A-49D4-DEDE-F108F626DEE7}"/>
          </ac:cxnSpMkLst>
        </pc:cxnChg>
        <pc:cxnChg chg="add mod">
          <ac:chgData name="Jean Dubé" userId="882c04f9-1a81-4291-9041-4bf48e7ceb64" providerId="ADAL" clId="{35D5C58F-149D-4C7A-BDCE-87DA445BF735}" dt="2024-12-12T14:43:38.129" v="21" actId="14100"/>
          <ac:cxnSpMkLst>
            <pc:docMk/>
            <pc:sldMk cId="1743939267" sldId="258"/>
            <ac:cxnSpMk id="42" creationId="{34E14239-2EF0-C251-08D7-43B973021A0E}"/>
          </ac:cxnSpMkLst>
        </pc:cxnChg>
        <pc:cxnChg chg="add mod">
          <ac:chgData name="Jean Dubé" userId="882c04f9-1a81-4291-9041-4bf48e7ceb64" providerId="ADAL" clId="{35D5C58F-149D-4C7A-BDCE-87DA445BF735}" dt="2024-12-12T14:43:28.352" v="20" actId="1076"/>
          <ac:cxnSpMkLst>
            <pc:docMk/>
            <pc:sldMk cId="1743939267" sldId="258"/>
            <ac:cxnSpMk id="45" creationId="{68916338-C79A-1C68-E54F-3EC591F5B1B0}"/>
          </ac:cxnSpMkLst>
        </pc:cxnChg>
      </pc:sldChg>
      <pc:sldChg chg="addSp delSp modSp new mod">
        <pc:chgData name="Jean Dubé" userId="882c04f9-1a81-4291-9041-4bf48e7ceb64" providerId="ADAL" clId="{35D5C58F-149D-4C7A-BDCE-87DA445BF735}" dt="2024-12-12T16:13:22.036" v="334"/>
        <pc:sldMkLst>
          <pc:docMk/>
          <pc:sldMk cId="416723323" sldId="259"/>
        </pc:sldMkLst>
        <pc:spChg chg="mod">
          <ac:chgData name="Jean Dubé" userId="882c04f9-1a81-4291-9041-4bf48e7ceb64" providerId="ADAL" clId="{35D5C58F-149D-4C7A-BDCE-87DA445BF735}" dt="2024-12-12T15:37:05.933" v="91" actId="20577"/>
          <ac:spMkLst>
            <pc:docMk/>
            <pc:sldMk cId="416723323" sldId="259"/>
            <ac:spMk id="2" creationId="{29AA129D-F300-6256-3A38-C6357AB29B20}"/>
          </ac:spMkLst>
        </pc:spChg>
        <pc:spChg chg="del">
          <ac:chgData name="Jean Dubé" userId="882c04f9-1a81-4291-9041-4bf48e7ceb64" providerId="ADAL" clId="{35D5C58F-149D-4C7A-BDCE-87DA445BF735}" dt="2024-12-12T15:54:03.689" v="92" actId="478"/>
          <ac:spMkLst>
            <pc:docMk/>
            <pc:sldMk cId="416723323" sldId="259"/>
            <ac:spMk id="3" creationId="{762B4147-EBC6-0B3F-1D38-EB1A1F7A3F09}"/>
          </ac:spMkLst>
        </pc:spChg>
        <pc:spChg chg="add mod">
          <ac:chgData name="Jean Dubé" userId="882c04f9-1a81-4291-9041-4bf48e7ceb64" providerId="ADAL" clId="{35D5C58F-149D-4C7A-BDCE-87DA445BF735}" dt="2024-12-12T16:12:29.347" v="319"/>
          <ac:spMkLst>
            <pc:docMk/>
            <pc:sldMk cId="416723323" sldId="259"/>
            <ac:spMk id="4" creationId="{970F2D19-C690-E965-4670-283BF1C24164}"/>
          </ac:spMkLst>
        </pc:spChg>
        <pc:spChg chg="add mod">
          <ac:chgData name="Jean Dubé" userId="882c04f9-1a81-4291-9041-4bf48e7ceb64" providerId="ADAL" clId="{35D5C58F-149D-4C7A-BDCE-87DA445BF735}" dt="2024-12-12T16:13:10.025" v="332" actId="113"/>
          <ac:spMkLst>
            <pc:docMk/>
            <pc:sldMk cId="416723323" sldId="259"/>
            <ac:spMk id="5" creationId="{FCCD8E7E-6087-9ED6-456D-B12F7671B164}"/>
          </ac:spMkLst>
        </pc:spChg>
        <pc:spChg chg="add mod">
          <ac:chgData name="Jean Dubé" userId="882c04f9-1a81-4291-9041-4bf48e7ceb64" providerId="ADAL" clId="{35D5C58F-149D-4C7A-BDCE-87DA445BF735}" dt="2024-12-12T15:59:04.870" v="197" actId="20577"/>
          <ac:spMkLst>
            <pc:docMk/>
            <pc:sldMk cId="416723323" sldId="259"/>
            <ac:spMk id="6" creationId="{6BD84E02-1B48-AE9A-EA16-817A1DC55288}"/>
          </ac:spMkLst>
        </pc:spChg>
        <pc:spChg chg="add mod">
          <ac:chgData name="Jean Dubé" userId="882c04f9-1a81-4291-9041-4bf48e7ceb64" providerId="ADAL" clId="{35D5C58F-149D-4C7A-BDCE-87DA445BF735}" dt="2024-12-12T15:58:58.527" v="196" actId="20577"/>
          <ac:spMkLst>
            <pc:docMk/>
            <pc:sldMk cId="416723323" sldId="259"/>
            <ac:spMk id="7" creationId="{608E03FC-89A3-6A93-9EE1-AC3CBD5C6502}"/>
          </ac:spMkLst>
        </pc:spChg>
        <pc:spChg chg="add mod">
          <ac:chgData name="Jean Dubé" userId="882c04f9-1a81-4291-9041-4bf48e7ceb64" providerId="ADAL" clId="{35D5C58F-149D-4C7A-BDCE-87DA445BF735}" dt="2024-12-12T16:13:22.036" v="334"/>
          <ac:spMkLst>
            <pc:docMk/>
            <pc:sldMk cId="416723323" sldId="259"/>
            <ac:spMk id="8" creationId="{A7E43881-FA86-2E00-DA26-D80596851A38}"/>
          </ac:spMkLst>
        </pc:spChg>
        <pc:spChg chg="add mod">
          <ac:chgData name="Jean Dubé" userId="882c04f9-1a81-4291-9041-4bf48e7ceb64" providerId="ADAL" clId="{35D5C58F-149D-4C7A-BDCE-87DA445BF735}" dt="2024-12-12T16:13:16.607" v="333"/>
          <ac:spMkLst>
            <pc:docMk/>
            <pc:sldMk cId="416723323" sldId="259"/>
            <ac:spMk id="9" creationId="{5269D49A-FC78-459E-3280-41505588731E}"/>
          </ac:spMkLst>
        </pc:spChg>
        <pc:spChg chg="add mod">
          <ac:chgData name="Jean Dubé" userId="882c04f9-1a81-4291-9041-4bf48e7ceb64" providerId="ADAL" clId="{35D5C58F-149D-4C7A-BDCE-87DA445BF735}" dt="2024-12-12T16:01:00.057" v="257" actId="1076"/>
          <ac:spMkLst>
            <pc:docMk/>
            <pc:sldMk cId="416723323" sldId="259"/>
            <ac:spMk id="16" creationId="{11DF0CD0-DC1C-1A90-608A-5403F07D4B92}"/>
          </ac:spMkLst>
        </pc:spChg>
        <pc:spChg chg="add mod">
          <ac:chgData name="Jean Dubé" userId="882c04f9-1a81-4291-9041-4bf48e7ceb64" providerId="ADAL" clId="{35D5C58F-149D-4C7A-BDCE-87DA445BF735}" dt="2024-12-12T16:01:10.494" v="259" actId="1076"/>
          <ac:spMkLst>
            <pc:docMk/>
            <pc:sldMk cId="416723323" sldId="259"/>
            <ac:spMk id="17" creationId="{25BAB351-712D-51B2-A59F-6FD5A90364EE}"/>
          </ac:spMkLst>
        </pc:spChg>
        <pc:spChg chg="add mod">
          <ac:chgData name="Jean Dubé" userId="882c04f9-1a81-4291-9041-4bf48e7ceb64" providerId="ADAL" clId="{35D5C58F-149D-4C7A-BDCE-87DA445BF735}" dt="2024-12-12T16:01:14.166" v="260" actId="1076"/>
          <ac:spMkLst>
            <pc:docMk/>
            <pc:sldMk cId="416723323" sldId="259"/>
            <ac:spMk id="18" creationId="{FD517F1F-DC97-9FC6-728C-0AF00258B95A}"/>
          </ac:spMkLst>
        </pc:spChg>
        <pc:spChg chg="add mod">
          <ac:chgData name="Jean Dubé" userId="882c04f9-1a81-4291-9041-4bf48e7ceb64" providerId="ADAL" clId="{35D5C58F-149D-4C7A-BDCE-87DA445BF735}" dt="2024-12-12T16:02:29.481" v="293" actId="1076"/>
          <ac:spMkLst>
            <pc:docMk/>
            <pc:sldMk cId="416723323" sldId="259"/>
            <ac:spMk id="44" creationId="{D3E96509-8215-2633-67C5-A0C20741B669}"/>
          </ac:spMkLst>
        </pc:spChg>
        <pc:spChg chg="add mod">
          <ac:chgData name="Jean Dubé" userId="882c04f9-1a81-4291-9041-4bf48e7ceb64" providerId="ADAL" clId="{35D5C58F-149D-4C7A-BDCE-87DA445BF735}" dt="2024-12-12T16:02:38.344" v="295" actId="1076"/>
          <ac:spMkLst>
            <pc:docMk/>
            <pc:sldMk cId="416723323" sldId="259"/>
            <ac:spMk id="45" creationId="{FB9A2AAF-0D60-4813-1390-C37F499A4C7C}"/>
          </ac:spMkLst>
        </pc:spChg>
        <pc:spChg chg="add mod">
          <ac:chgData name="Jean Dubé" userId="882c04f9-1a81-4291-9041-4bf48e7ceb64" providerId="ADAL" clId="{35D5C58F-149D-4C7A-BDCE-87DA445BF735}" dt="2024-12-12T16:02:56.536" v="305" actId="20577"/>
          <ac:spMkLst>
            <pc:docMk/>
            <pc:sldMk cId="416723323" sldId="259"/>
            <ac:spMk id="46" creationId="{8D837679-9D52-4B90-FF4A-0F5D28173A06}"/>
          </ac:spMkLst>
        </pc:spChg>
        <pc:spChg chg="add mod">
          <ac:chgData name="Jean Dubé" userId="882c04f9-1a81-4291-9041-4bf48e7ceb64" providerId="ADAL" clId="{35D5C58F-149D-4C7A-BDCE-87DA445BF735}" dt="2024-12-12T16:03:30.936" v="315" actId="1076"/>
          <ac:spMkLst>
            <pc:docMk/>
            <pc:sldMk cId="416723323" sldId="259"/>
            <ac:spMk id="47" creationId="{7FF9827C-6AE1-8323-052F-319FD6A88E3E}"/>
          </ac:spMkLst>
        </pc:spChg>
        <pc:cxnChg chg="add mod">
          <ac:chgData name="Jean Dubé" userId="882c04f9-1a81-4291-9041-4bf48e7ceb64" providerId="ADAL" clId="{35D5C58F-149D-4C7A-BDCE-87DA445BF735}" dt="2024-12-12T15:58:40.270" v="186" actId="14100"/>
          <ac:cxnSpMkLst>
            <pc:docMk/>
            <pc:sldMk cId="416723323" sldId="259"/>
            <ac:cxnSpMk id="10" creationId="{1D11DAEF-4BFE-C368-F474-514289728EA2}"/>
          </ac:cxnSpMkLst>
        </pc:cxnChg>
        <pc:cxnChg chg="add mod">
          <ac:chgData name="Jean Dubé" userId="882c04f9-1a81-4291-9041-4bf48e7ceb64" providerId="ADAL" clId="{35D5C58F-149D-4C7A-BDCE-87DA445BF735}" dt="2024-12-12T15:58:49.129" v="189" actId="14100"/>
          <ac:cxnSpMkLst>
            <pc:docMk/>
            <pc:sldMk cId="416723323" sldId="259"/>
            <ac:cxnSpMk id="13" creationId="{4FA92252-3208-321C-EC2D-1AF2BA94F246}"/>
          </ac:cxnSpMkLst>
        </pc:cxnChg>
        <pc:cxnChg chg="add mod">
          <ac:chgData name="Jean Dubé" userId="882c04f9-1a81-4291-9041-4bf48e7ceb64" providerId="ADAL" clId="{35D5C58F-149D-4C7A-BDCE-87DA445BF735}" dt="2024-12-12T16:01:14.166" v="260" actId="1076"/>
          <ac:cxnSpMkLst>
            <pc:docMk/>
            <pc:sldMk cId="416723323" sldId="259"/>
            <ac:cxnSpMk id="19" creationId="{9F20D4F5-00BA-DC2B-812F-085967E684B7}"/>
          </ac:cxnSpMkLst>
        </pc:cxnChg>
        <pc:cxnChg chg="add mod">
          <ac:chgData name="Jean Dubé" userId="882c04f9-1a81-4291-9041-4bf48e7ceb64" providerId="ADAL" clId="{35D5C58F-149D-4C7A-BDCE-87DA445BF735}" dt="2024-12-12T16:01:10.494" v="259" actId="1076"/>
          <ac:cxnSpMkLst>
            <pc:docMk/>
            <pc:sldMk cId="416723323" sldId="259"/>
            <ac:cxnSpMk id="22" creationId="{13FB50E0-2C6F-DED7-AD68-BF44DCEB51FA}"/>
          </ac:cxnSpMkLst>
        </pc:cxnChg>
        <pc:cxnChg chg="add mod">
          <ac:chgData name="Jean Dubé" userId="882c04f9-1a81-4291-9041-4bf48e7ceb64" providerId="ADAL" clId="{35D5C58F-149D-4C7A-BDCE-87DA445BF735}" dt="2024-12-12T16:01:00.057" v="257" actId="1076"/>
          <ac:cxnSpMkLst>
            <pc:docMk/>
            <pc:sldMk cId="416723323" sldId="259"/>
            <ac:cxnSpMk id="25" creationId="{D38033C6-E93E-87A2-2DE9-AAA082CFD614}"/>
          </ac:cxnSpMkLst>
        </pc:cxnChg>
        <pc:cxnChg chg="add mod">
          <ac:chgData name="Jean Dubé" userId="882c04f9-1a81-4291-9041-4bf48e7ceb64" providerId="ADAL" clId="{35D5C58F-149D-4C7A-BDCE-87DA445BF735}" dt="2024-12-12T16:01:25.072" v="263" actId="14100"/>
          <ac:cxnSpMkLst>
            <pc:docMk/>
            <pc:sldMk cId="416723323" sldId="259"/>
            <ac:cxnSpMk id="32" creationId="{D400AD1C-C054-1184-0EBE-9A0BC08B236C}"/>
          </ac:cxnSpMkLst>
        </pc:cxnChg>
        <pc:cxnChg chg="add mod">
          <ac:chgData name="Jean Dubé" userId="882c04f9-1a81-4291-9041-4bf48e7ceb64" providerId="ADAL" clId="{35D5C58F-149D-4C7A-BDCE-87DA445BF735}" dt="2024-12-12T16:01:44.122" v="266" actId="14100"/>
          <ac:cxnSpMkLst>
            <pc:docMk/>
            <pc:sldMk cId="416723323" sldId="259"/>
            <ac:cxnSpMk id="35" creationId="{32B1FFDC-A546-7D18-34A6-AABA5B50D85A}"/>
          </ac:cxnSpMkLst>
        </pc:cxnChg>
        <pc:cxnChg chg="add mod">
          <ac:chgData name="Jean Dubé" userId="882c04f9-1a81-4291-9041-4bf48e7ceb64" providerId="ADAL" clId="{35D5C58F-149D-4C7A-BDCE-87DA445BF735}" dt="2024-12-12T16:01:58.627" v="269" actId="14100"/>
          <ac:cxnSpMkLst>
            <pc:docMk/>
            <pc:sldMk cId="416723323" sldId="259"/>
            <ac:cxnSpMk id="38" creationId="{A0C5AC3F-51BA-6D57-288E-3FD3FECEA4A4}"/>
          </ac:cxnSpMkLst>
        </pc:cxnChg>
        <pc:cxnChg chg="add mod">
          <ac:chgData name="Jean Dubé" userId="882c04f9-1a81-4291-9041-4bf48e7ceb64" providerId="ADAL" clId="{35D5C58F-149D-4C7A-BDCE-87DA445BF735}" dt="2024-12-12T16:02:08.589" v="272" actId="14100"/>
          <ac:cxnSpMkLst>
            <pc:docMk/>
            <pc:sldMk cId="416723323" sldId="259"/>
            <ac:cxnSpMk id="41" creationId="{0CF10988-7A65-1CE7-38FC-032CE26EF801}"/>
          </ac:cxnSpMkLst>
        </pc:cxnChg>
        <pc:cxnChg chg="add mod">
          <ac:chgData name="Jean Dubé" userId="882c04f9-1a81-4291-9041-4bf48e7ceb64" providerId="ADAL" clId="{35D5C58F-149D-4C7A-BDCE-87DA445BF735}" dt="2024-12-12T16:03:15.687" v="311" actId="14100"/>
          <ac:cxnSpMkLst>
            <pc:docMk/>
            <pc:sldMk cId="416723323" sldId="259"/>
            <ac:cxnSpMk id="48" creationId="{CBE77196-FF32-7FE4-CCB4-937B9D9A1A5B}"/>
          </ac:cxnSpMkLst>
        </pc:cxnChg>
        <pc:cxnChg chg="add mod">
          <ac:chgData name="Jean Dubé" userId="882c04f9-1a81-4291-9041-4bf48e7ceb64" providerId="ADAL" clId="{35D5C58F-149D-4C7A-BDCE-87DA445BF735}" dt="2024-12-12T16:03:26.053" v="314" actId="14100"/>
          <ac:cxnSpMkLst>
            <pc:docMk/>
            <pc:sldMk cId="416723323" sldId="259"/>
            <ac:cxnSpMk id="51" creationId="{E2FEB6F7-7D8A-FC96-95A1-BECC03E90D1A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CC5862E-CF2D-EEAB-64C7-CE009CDCCF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CA"/>
              <a:t>Modifier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1076F127-02B6-77B4-816C-58F36D227F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CA"/>
              <a:t>Modifier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6E05730-79CC-A3A0-9A4C-58B7E0590B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944D7F-303A-4553-B8D9-889A60C55880}" type="datetimeFigureOut">
              <a:rPr lang="fr-CA" smtClean="0"/>
              <a:t>2024-12-12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16ED4A5-9EC3-8A22-1D93-71DD3F12CF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74DB2C3-5A71-FAA5-A912-65AD918A3F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032C61-03E5-4BD9-9752-23EA9E0B9913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3860161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3DD00FA-6BDF-C6B9-B38E-295E495960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Modifier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4FA4AA5-809B-D11D-D316-5FCBE35724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CA"/>
              <a:t>Cliquez pour 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15A14BD-6588-A289-FF7E-66C1373610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944D7F-303A-4553-B8D9-889A60C55880}" type="datetimeFigureOut">
              <a:rPr lang="fr-CA" smtClean="0"/>
              <a:t>2024-12-12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7366672-DB0F-44DE-3F2A-90C4F6888E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2C18DC4-7533-7B09-5879-C5181A5265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032C61-03E5-4BD9-9752-23EA9E0B9913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6881718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FA1523E-BB79-9229-5609-1C8D8BDCB1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CA"/>
              <a:t>Modifier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9001AAB-D47A-C04B-28EE-6E817088AC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CA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11A8419-4156-F64E-8A8D-23727DB998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944D7F-303A-4553-B8D9-889A60C55880}" type="datetimeFigureOut">
              <a:rPr lang="fr-CA" smtClean="0"/>
              <a:t>2024-12-12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E324C30-8B1C-AFA5-BFE8-6DB97695E8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07E9391-7FC7-0DA0-7A09-3EF9C5D1CB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032C61-03E5-4BD9-9752-23EA9E0B9913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1704015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4601FA4-1B63-CEBC-951E-854508CFF4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Modifier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3957976-A770-432D-F355-B5363B1571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CA"/>
              <a:t>Cliquez pour 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4B3E0C9E-C30D-D7FB-7B46-55BE2246BA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CA"/>
              <a:t>Cliquez pour 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CEAB2A99-9722-72CF-87EE-305C5D87F9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944D7F-303A-4553-B8D9-889A60C55880}" type="datetimeFigureOut">
              <a:rPr lang="fr-CA" smtClean="0"/>
              <a:t>2024-12-12</a:t>
            </a:fld>
            <a:endParaRPr lang="fr-CA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3CB7F5C9-0CE5-D266-B055-6F97FBE477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09E140A3-1892-B3F5-1EA3-D61576199F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032C61-03E5-4BD9-9752-23EA9E0B9913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41217293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5999EC2-0F09-A065-E34E-1C75C18FB9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CA"/>
              <a:t>Modifier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B5E2DB53-CFC8-20A5-DE1E-7DF3504F8D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CA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28C10B86-7D91-6FB9-DC6B-D801A4EEC6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CA"/>
              <a:t>Cliquez pour 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364AA48C-D31D-A496-CDDB-E95CD9A235E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CA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D96EEDEF-A21B-5A7E-7013-B53DF06565A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CA"/>
              <a:t>Cliquez pour 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BCB97954-3F79-09A4-3B17-1316EFBC97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944D7F-303A-4553-B8D9-889A60C55880}" type="datetimeFigureOut">
              <a:rPr lang="fr-CA" smtClean="0"/>
              <a:t>2024-12-12</a:t>
            </a:fld>
            <a:endParaRPr lang="fr-CA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935BA1B4-2E5B-EAC0-318C-D6EB1105DC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14C82A2C-CAE1-F437-2850-46C8768749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032C61-03E5-4BD9-9752-23EA9E0B9913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8823316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911F470-A25A-5D06-1BD0-AA27937BE5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Modifier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D5E2EB47-65ED-5088-505D-D4AE363C4A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944D7F-303A-4553-B8D9-889A60C55880}" type="datetimeFigureOut">
              <a:rPr lang="fr-CA" smtClean="0"/>
              <a:t>2024-12-12</a:t>
            </a:fld>
            <a:endParaRPr lang="fr-CA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DA1B234D-5214-D411-00A3-4A559B18AD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E36E5B1B-1247-DC22-F9CA-61D41C3080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032C61-03E5-4BD9-9752-23EA9E0B9913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7153038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280470B5-9E88-A37C-1AB0-FD3748CC66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944D7F-303A-4553-B8D9-889A60C55880}" type="datetimeFigureOut">
              <a:rPr lang="fr-CA" smtClean="0"/>
              <a:t>2024-12-12</a:t>
            </a:fld>
            <a:endParaRPr lang="fr-CA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31481806-330A-549C-EEB7-E233619731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2C8E8BA9-B6EA-EF84-7334-54CB1DD730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032C61-03E5-4BD9-9752-23EA9E0B9913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6591201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5FB989F-EE87-F926-6E38-D40151C387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CA"/>
              <a:t>Modifier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9908736-45C6-96F0-E514-D055EB7E6A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CA"/>
              <a:t>Cliquez pour 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D9F84444-A501-D9F6-3BEB-E3478E05A4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CA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0957658F-7F6D-E43C-06A0-630C05D1CD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944D7F-303A-4553-B8D9-889A60C55880}" type="datetimeFigureOut">
              <a:rPr lang="fr-CA" smtClean="0"/>
              <a:t>2024-12-12</a:t>
            </a:fld>
            <a:endParaRPr lang="fr-CA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F9613941-9FF4-B77D-1A1C-7A945BDDD7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6E42CA1A-4EA1-26A3-2926-1E3F0D1663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032C61-03E5-4BD9-9752-23EA9E0B9913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1961766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CE6BA03-F7FE-BBFA-E79B-8BB24C0470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CA"/>
              <a:t>Modifier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574EE109-64B0-8E75-34FF-9D8E1161661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CA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4D8AFD66-D2BD-80C6-234F-F1001EDE7A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CA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3F8A6B12-8C89-3E96-C659-B4469CABCF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944D7F-303A-4553-B8D9-889A60C55880}" type="datetimeFigureOut">
              <a:rPr lang="fr-CA" smtClean="0"/>
              <a:t>2024-12-12</a:t>
            </a:fld>
            <a:endParaRPr lang="fr-CA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62A06BB0-5CA5-BAD1-FAB0-886AE09A6D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BFDA14C8-E18C-75E1-5329-97E2A9FD60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032C61-03E5-4BD9-9752-23EA9E0B9913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2797562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BE1AF16-40BD-3D94-37DC-4C74DC07B7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Modifier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16E2D9E5-06DA-C92F-5B4A-DE17106F8E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CA"/>
              <a:t>Cliquez pour 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B93D3C1-DF03-0A7C-28AD-B398A35C18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944D7F-303A-4553-B8D9-889A60C55880}" type="datetimeFigureOut">
              <a:rPr lang="fr-CA" smtClean="0"/>
              <a:t>2024-12-12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09EC080-9972-AE52-E6F4-446DBB5027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D3E9B5A-F4CB-E757-2595-63FC850FB3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032C61-03E5-4BD9-9752-23EA9E0B9913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6640584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884BF09A-9922-352E-874A-AA33D9CE832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CA"/>
              <a:t>Modifier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5B66C054-E9E2-EC2C-C14B-9AEAA41266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CA"/>
              <a:t>Cliquez pour 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FA3D58E-8F01-445A-E589-355708D2E0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944D7F-303A-4553-B8D9-889A60C55880}" type="datetimeFigureOut">
              <a:rPr lang="fr-CA" smtClean="0"/>
              <a:t>2024-12-12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FD54CB5-2C13-5CB6-3422-9339D7C3C4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143C55A-AFA1-791C-2048-2955D0FF4D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032C61-03E5-4BD9-9752-23EA9E0B9913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2081104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3DAD011C-3530-FE03-3707-A78A12C9E9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CA"/>
              <a:t>Modifier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A306CB51-9618-38C8-AA5A-C36D8B868F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CA"/>
              <a:t>Cliquez pour 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C5234BE-62F0-40DC-F6A4-29F8E2C75D9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B944D7F-303A-4553-B8D9-889A60C55880}" type="datetimeFigureOut">
              <a:rPr lang="fr-CA" smtClean="0"/>
              <a:t>2024-12-12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0D25A0F-7452-5E8D-44C4-6258E99181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93DD8A4-5E5E-DFF1-18AC-A6C4DC404B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2032C61-03E5-4BD9-9752-23EA9E0B9913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302205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13" Type="http://schemas.openxmlformats.org/officeDocument/2006/relationships/image" Target="../media/image30.pn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12" Type="http://schemas.openxmlformats.org/officeDocument/2006/relationships/image" Target="../media/image29.png"/><Relationship Id="rId17" Type="http://schemas.openxmlformats.org/officeDocument/2006/relationships/image" Target="../media/image34.png"/><Relationship Id="rId2" Type="http://schemas.openxmlformats.org/officeDocument/2006/relationships/image" Target="../media/image19.png"/><Relationship Id="rId16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11" Type="http://schemas.openxmlformats.org/officeDocument/2006/relationships/image" Target="../media/image28.png"/><Relationship Id="rId5" Type="http://schemas.openxmlformats.org/officeDocument/2006/relationships/image" Target="../media/image22.png"/><Relationship Id="rId15" Type="http://schemas.openxmlformats.org/officeDocument/2006/relationships/image" Target="../media/image32.png"/><Relationship Id="rId10" Type="http://schemas.openxmlformats.org/officeDocument/2006/relationships/image" Target="../media/image27.png"/><Relationship Id="rId4" Type="http://schemas.openxmlformats.org/officeDocument/2006/relationships/image" Target="../media/image21.png"/><Relationship Id="rId9" Type="http://schemas.openxmlformats.org/officeDocument/2006/relationships/image" Target="../media/image26.png"/><Relationship Id="rId14" Type="http://schemas.openxmlformats.org/officeDocument/2006/relationships/image" Target="../media/image3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B12A402-5B14-CAAE-6F14-FCF3F360301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fr-CA" dirty="0"/>
              <a:t>Figures</a:t>
            </a:r>
            <a:br>
              <a:rPr lang="fr-CA" dirty="0"/>
            </a:br>
            <a:r>
              <a:rPr lang="fr-CA" sz="4400" dirty="0"/>
              <a:t>Modélisation économétrique spatiale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310B6D4B-58DB-132C-6154-5A872473530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r"/>
            <a:r>
              <a:rPr lang="fr-CA" dirty="0"/>
              <a:t>Jean Dubé</a:t>
            </a:r>
          </a:p>
        </p:txBody>
      </p:sp>
    </p:spTree>
    <p:extLst>
      <p:ext uri="{BB962C8B-B14F-4D97-AF65-F5344CB8AC3E}">
        <p14:creationId xmlns:p14="http://schemas.microsoft.com/office/powerpoint/2010/main" val="12479706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E07B77B-CC88-B157-E447-5315DEE34D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Effets marginaux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ZoneTexte 5">
                <a:extLst>
                  <a:ext uri="{FF2B5EF4-FFF2-40B4-BE49-F238E27FC236}">
                    <a16:creationId xmlns:a16="http://schemas.microsoft.com/office/drawing/2014/main" id="{3B22AA44-D4C6-58F9-2256-7409BDA6FD2E}"/>
                  </a:ext>
                </a:extLst>
              </p:cNvPr>
              <p:cNvSpPr txBox="1"/>
              <p:nvPr/>
            </p:nvSpPr>
            <p:spPr>
              <a:xfrm>
                <a:off x="312522" y="1875354"/>
                <a:ext cx="3699304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fr-CA" dirty="0"/>
                  <a:t>Modèle SLX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CA" sz="1800" b="1" i="1" kern="100" smtClean="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𝐲</m:t>
                      </m:r>
                      <m:r>
                        <a:rPr lang="fr-CA" sz="1800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fr-CA" b="1" i="1"/>
                        <m:t>𝛊</m:t>
                      </m:r>
                      <m:r>
                        <a:rPr lang="fr-CA" i="1"/>
                        <m:t>𝛼</m:t>
                      </m:r>
                      <m:r>
                        <a:rPr lang="fr-CA" i="1"/>
                        <m:t>+</m:t>
                      </m:r>
                      <m:r>
                        <a:rPr lang="fr-CA" sz="1800" b="1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𝐗</m:t>
                      </m:r>
                      <m:r>
                        <a:rPr lang="fr-CA" sz="1800" b="1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𝛃</m:t>
                      </m:r>
                      <m:r>
                        <a:rPr lang="fr-CA" b="1" i="1" kern="100"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+</m:t>
                      </m:r>
                      <m:r>
                        <a:rPr lang="fr-CA" b="1" i="1" kern="100"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𝐖</m:t>
                      </m:r>
                      <m:r>
                        <a:rPr lang="fr-CA" b="1" i="0" kern="100" smtClean="0"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𝐗</m:t>
                      </m:r>
                      <m:r>
                        <a:rPr lang="fr-CA" b="1" i="0" kern="10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𝛉</m:t>
                      </m:r>
                      <m:r>
                        <a:rPr lang="fr-CA" sz="1800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+</m:t>
                      </m:r>
                      <m:r>
                        <a:rPr lang="fr-CA" b="1" i="1" kern="100" smtClean="0"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𝛆</m:t>
                      </m:r>
                    </m:oMath>
                  </m:oMathPara>
                </a14:m>
                <a:endParaRPr lang="fr-CA" sz="1800" b="1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6" name="ZoneTexte 5">
                <a:extLst>
                  <a:ext uri="{FF2B5EF4-FFF2-40B4-BE49-F238E27FC236}">
                    <a16:creationId xmlns:a16="http://schemas.microsoft.com/office/drawing/2014/main" id="{3B22AA44-D4C6-58F9-2256-7409BDA6FD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2522" y="1875354"/>
                <a:ext cx="3699304" cy="646331"/>
              </a:xfrm>
              <a:prstGeom prst="rect">
                <a:avLst/>
              </a:prstGeom>
              <a:blipFill>
                <a:blip r:embed="rId2"/>
                <a:stretch>
                  <a:fillRect t="-4717" b="-6604"/>
                </a:stretch>
              </a:blipFill>
            </p:spPr>
            <p:txBody>
              <a:bodyPr/>
              <a:lstStyle/>
              <a:p>
                <a:r>
                  <a:rPr lang="fr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ZoneTexte 7">
                <a:extLst>
                  <a:ext uri="{FF2B5EF4-FFF2-40B4-BE49-F238E27FC236}">
                    <a16:creationId xmlns:a16="http://schemas.microsoft.com/office/drawing/2014/main" id="{2F29266E-2A2D-A271-DE89-6326C7E4FFD2}"/>
                  </a:ext>
                </a:extLst>
              </p:cNvPr>
              <p:cNvSpPr txBox="1"/>
              <p:nvPr/>
            </p:nvSpPr>
            <p:spPr>
              <a:xfrm>
                <a:off x="1193971" y="3059668"/>
                <a:ext cx="77693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CA" sz="1800" b="1" i="1" kern="100" smtClean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𝚫</m:t>
                      </m:r>
                      <m:sSub>
                        <m:sSubPr>
                          <m:ctrlPr>
                            <a:rPr lang="fr-CA" sz="1800" b="1" i="1" kern="100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fr-CA" sz="1800" b="1" i="1" kern="100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fr-CA" sz="1800" b="1" i="1" kern="100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𝒌</m:t>
                          </m:r>
                        </m:sub>
                      </m:sSub>
                    </m:oMath>
                  </m:oMathPara>
                </a14:m>
                <a:endParaRPr lang="fr-CA" dirty="0"/>
              </a:p>
            </p:txBody>
          </p:sp>
        </mc:Choice>
        <mc:Fallback xmlns="">
          <p:sp>
            <p:nvSpPr>
              <p:cNvPr id="8" name="ZoneTexte 7">
                <a:extLst>
                  <a:ext uri="{FF2B5EF4-FFF2-40B4-BE49-F238E27FC236}">
                    <a16:creationId xmlns:a16="http://schemas.microsoft.com/office/drawing/2014/main" id="{2F29266E-2A2D-A271-DE89-6326C7E4FF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3971" y="3059668"/>
                <a:ext cx="776931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ZoneTexte 8">
                <a:extLst>
                  <a:ext uri="{FF2B5EF4-FFF2-40B4-BE49-F238E27FC236}">
                    <a16:creationId xmlns:a16="http://schemas.microsoft.com/office/drawing/2014/main" id="{39649940-45ED-5662-7187-C8FDBBB2B1A4}"/>
                  </a:ext>
                </a:extLst>
              </p:cNvPr>
              <p:cNvSpPr txBox="1"/>
              <p:nvPr/>
            </p:nvSpPr>
            <p:spPr>
              <a:xfrm>
                <a:off x="2353446" y="3059668"/>
                <a:ext cx="77693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CA" sz="1800" b="1" i="1" kern="100" smtClean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𝚫</m:t>
                      </m:r>
                      <m:r>
                        <a:rPr lang="fr-CA" sz="1800" b="1" i="1" kern="100" smtClean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𝒚</m:t>
                      </m:r>
                    </m:oMath>
                  </m:oMathPara>
                </a14:m>
                <a:endParaRPr lang="fr-CA" dirty="0"/>
              </a:p>
            </p:txBody>
          </p:sp>
        </mc:Choice>
        <mc:Fallback xmlns="">
          <p:sp>
            <p:nvSpPr>
              <p:cNvPr id="9" name="ZoneTexte 8">
                <a:extLst>
                  <a:ext uri="{FF2B5EF4-FFF2-40B4-BE49-F238E27FC236}">
                    <a16:creationId xmlns:a16="http://schemas.microsoft.com/office/drawing/2014/main" id="{39649940-45ED-5662-7187-C8FDBBB2B1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53446" y="3059668"/>
                <a:ext cx="776931" cy="369332"/>
              </a:xfrm>
              <a:prstGeom prst="rect">
                <a:avLst/>
              </a:prstGeom>
              <a:blipFill>
                <a:blip r:embed="rId4"/>
                <a:stretch>
                  <a:fillRect b="-11475"/>
                </a:stretch>
              </a:blipFill>
            </p:spPr>
            <p:txBody>
              <a:bodyPr/>
              <a:lstStyle/>
              <a:p>
                <a:r>
                  <a:rPr lang="fr-CA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Connecteur droit avec flèche 11">
            <a:extLst>
              <a:ext uri="{FF2B5EF4-FFF2-40B4-BE49-F238E27FC236}">
                <a16:creationId xmlns:a16="http://schemas.microsoft.com/office/drawing/2014/main" id="{296D6D0A-B4EF-AFB7-CEE1-647086DEDD95}"/>
              </a:ext>
            </a:extLst>
          </p:cNvPr>
          <p:cNvCxnSpPr>
            <a:stCxn id="8" idx="3"/>
            <a:endCxn id="9" idx="1"/>
          </p:cNvCxnSpPr>
          <p:nvPr/>
        </p:nvCxnSpPr>
        <p:spPr>
          <a:xfrm>
            <a:off x="1970902" y="3244334"/>
            <a:ext cx="38254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8" name="ZoneTexte 17">
                <a:extLst>
                  <a:ext uri="{FF2B5EF4-FFF2-40B4-BE49-F238E27FC236}">
                    <a16:creationId xmlns:a16="http://schemas.microsoft.com/office/drawing/2014/main" id="{1805521A-839C-0067-408D-9BBBFA378E5A}"/>
                  </a:ext>
                </a:extLst>
              </p:cNvPr>
              <p:cNvSpPr txBox="1"/>
              <p:nvPr/>
            </p:nvSpPr>
            <p:spPr>
              <a:xfrm>
                <a:off x="4017575" y="1875353"/>
                <a:ext cx="3699304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fr-CA" dirty="0"/>
                  <a:t>Modèle SAR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CA" sz="1800" b="1" i="1" kern="100" smtClean="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𝐲</m:t>
                      </m:r>
                      <m:r>
                        <a:rPr lang="fr-CA" sz="1800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fr-CA" sz="1800" i="1" kern="100" smtClean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𝜌</m:t>
                      </m:r>
                      <m:r>
                        <a:rPr lang="fr-CA" sz="1800" b="1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𝐖𝐲</m:t>
                      </m:r>
                      <m:r>
                        <a:rPr lang="fr-CA" sz="1800" b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+</m:t>
                      </m:r>
                      <m:r>
                        <a:rPr lang="fr-CA" b="1" i="1"/>
                        <m:t>𝛊</m:t>
                      </m:r>
                      <m:r>
                        <a:rPr lang="fr-CA" i="1"/>
                        <m:t>𝛼</m:t>
                      </m:r>
                      <m:r>
                        <a:rPr lang="fr-CA" i="1"/>
                        <m:t>+</m:t>
                      </m:r>
                      <m:r>
                        <a:rPr lang="fr-CA" sz="1800" b="1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𝐗</m:t>
                      </m:r>
                      <m:r>
                        <a:rPr lang="fr-CA" sz="1800" b="1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𝛃</m:t>
                      </m:r>
                      <m:r>
                        <a:rPr lang="fr-CA" sz="1800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+</m:t>
                      </m:r>
                      <m:r>
                        <a:rPr lang="fr-CA" b="1" i="1" kern="100" smtClean="0"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𝛆</m:t>
                      </m:r>
                    </m:oMath>
                  </m:oMathPara>
                </a14:m>
                <a:endParaRPr lang="fr-CA" sz="1800" b="1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8" name="ZoneTexte 17">
                <a:extLst>
                  <a:ext uri="{FF2B5EF4-FFF2-40B4-BE49-F238E27FC236}">
                    <a16:creationId xmlns:a16="http://schemas.microsoft.com/office/drawing/2014/main" id="{1805521A-839C-0067-408D-9BBBFA378E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17575" y="1875353"/>
                <a:ext cx="3699304" cy="646331"/>
              </a:xfrm>
              <a:prstGeom prst="rect">
                <a:avLst/>
              </a:prstGeom>
              <a:blipFill>
                <a:blip r:embed="rId5"/>
                <a:stretch>
                  <a:fillRect t="-4717" b="-6604"/>
                </a:stretch>
              </a:blipFill>
            </p:spPr>
            <p:txBody>
              <a:bodyPr/>
              <a:lstStyle/>
              <a:p>
                <a:r>
                  <a:rPr lang="fr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ZoneTexte 18">
                <a:extLst>
                  <a:ext uri="{FF2B5EF4-FFF2-40B4-BE49-F238E27FC236}">
                    <a16:creationId xmlns:a16="http://schemas.microsoft.com/office/drawing/2014/main" id="{005E2BF3-E478-9F4C-24B0-B69FD1814B3A}"/>
                  </a:ext>
                </a:extLst>
              </p:cNvPr>
              <p:cNvSpPr txBox="1"/>
              <p:nvPr/>
            </p:nvSpPr>
            <p:spPr>
              <a:xfrm>
                <a:off x="4695052" y="3059668"/>
                <a:ext cx="77693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CA" sz="1800" b="1" i="1" kern="100" smtClean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𝚫</m:t>
                      </m:r>
                      <m:sSub>
                        <m:sSubPr>
                          <m:ctrlPr>
                            <a:rPr lang="fr-CA" sz="1800" b="1" i="1" kern="100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fr-CA" sz="1800" b="1" i="1" kern="100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fr-CA" sz="1800" b="1" i="1" kern="100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𝒌</m:t>
                          </m:r>
                        </m:sub>
                      </m:sSub>
                    </m:oMath>
                  </m:oMathPara>
                </a14:m>
                <a:endParaRPr lang="fr-CA" dirty="0"/>
              </a:p>
            </p:txBody>
          </p:sp>
        </mc:Choice>
        <mc:Fallback xmlns="">
          <p:sp>
            <p:nvSpPr>
              <p:cNvPr id="19" name="ZoneTexte 18">
                <a:extLst>
                  <a:ext uri="{FF2B5EF4-FFF2-40B4-BE49-F238E27FC236}">
                    <a16:creationId xmlns:a16="http://schemas.microsoft.com/office/drawing/2014/main" id="{005E2BF3-E478-9F4C-24B0-B69FD1814B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95052" y="3059668"/>
                <a:ext cx="776931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ZoneTexte 19">
                <a:extLst>
                  <a:ext uri="{FF2B5EF4-FFF2-40B4-BE49-F238E27FC236}">
                    <a16:creationId xmlns:a16="http://schemas.microsoft.com/office/drawing/2014/main" id="{228315A0-3B5D-EFC6-5B6D-625AD1F2A896}"/>
                  </a:ext>
                </a:extLst>
              </p:cNvPr>
              <p:cNvSpPr txBox="1"/>
              <p:nvPr/>
            </p:nvSpPr>
            <p:spPr>
              <a:xfrm>
                <a:off x="5854527" y="3059668"/>
                <a:ext cx="77693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CA" sz="1800" b="1" i="1" kern="100" smtClean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𝚫</m:t>
                      </m:r>
                      <m:r>
                        <a:rPr lang="fr-CA" sz="1800" b="1" i="1" kern="100" smtClean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𝒚</m:t>
                      </m:r>
                    </m:oMath>
                  </m:oMathPara>
                </a14:m>
                <a:endParaRPr lang="fr-CA" dirty="0"/>
              </a:p>
            </p:txBody>
          </p:sp>
        </mc:Choice>
        <mc:Fallback xmlns="">
          <p:sp>
            <p:nvSpPr>
              <p:cNvPr id="20" name="ZoneTexte 19">
                <a:extLst>
                  <a:ext uri="{FF2B5EF4-FFF2-40B4-BE49-F238E27FC236}">
                    <a16:creationId xmlns:a16="http://schemas.microsoft.com/office/drawing/2014/main" id="{228315A0-3B5D-EFC6-5B6D-625AD1F2A8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54527" y="3059668"/>
                <a:ext cx="776931" cy="369332"/>
              </a:xfrm>
              <a:prstGeom prst="rect">
                <a:avLst/>
              </a:prstGeom>
              <a:blipFill>
                <a:blip r:embed="rId7"/>
                <a:stretch>
                  <a:fillRect b="-11475"/>
                </a:stretch>
              </a:blipFill>
            </p:spPr>
            <p:txBody>
              <a:bodyPr/>
              <a:lstStyle/>
              <a:p>
                <a:r>
                  <a:rPr lang="fr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ZoneTexte 20">
                <a:extLst>
                  <a:ext uri="{FF2B5EF4-FFF2-40B4-BE49-F238E27FC236}">
                    <a16:creationId xmlns:a16="http://schemas.microsoft.com/office/drawing/2014/main" id="{E7AFCBF6-6893-D728-F1B1-A7A57339579A}"/>
                  </a:ext>
                </a:extLst>
              </p:cNvPr>
              <p:cNvSpPr txBox="1"/>
              <p:nvPr/>
            </p:nvSpPr>
            <p:spPr>
              <a:xfrm>
                <a:off x="5854527" y="3731052"/>
                <a:ext cx="77693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CA" b="1" i="0" kern="10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𝐖</m:t>
                      </m:r>
                      <m:r>
                        <a:rPr lang="fr-CA" b="1" i="1" kern="10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𝚫</m:t>
                      </m:r>
                      <m:r>
                        <a:rPr lang="fr-CA" b="1" i="1" kern="10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𝒚</m:t>
                      </m:r>
                    </m:oMath>
                  </m:oMathPara>
                </a14:m>
                <a:endParaRPr lang="fr-CA" dirty="0"/>
              </a:p>
            </p:txBody>
          </p:sp>
        </mc:Choice>
        <mc:Fallback xmlns="">
          <p:sp>
            <p:nvSpPr>
              <p:cNvPr id="21" name="ZoneTexte 20">
                <a:extLst>
                  <a:ext uri="{FF2B5EF4-FFF2-40B4-BE49-F238E27FC236}">
                    <a16:creationId xmlns:a16="http://schemas.microsoft.com/office/drawing/2014/main" id="{E7AFCBF6-6893-D728-F1B1-A7A5733957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54527" y="3731052"/>
                <a:ext cx="776931" cy="369332"/>
              </a:xfrm>
              <a:prstGeom prst="rect">
                <a:avLst/>
              </a:prstGeom>
              <a:blipFill>
                <a:blip r:embed="rId8"/>
                <a:stretch>
                  <a:fillRect b="-11475"/>
                </a:stretch>
              </a:blipFill>
            </p:spPr>
            <p:txBody>
              <a:bodyPr/>
              <a:lstStyle/>
              <a:p>
                <a:r>
                  <a:rPr lang="fr-CA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2" name="Connecteur droit avec flèche 21">
            <a:extLst>
              <a:ext uri="{FF2B5EF4-FFF2-40B4-BE49-F238E27FC236}">
                <a16:creationId xmlns:a16="http://schemas.microsoft.com/office/drawing/2014/main" id="{1ADD5A97-A81F-70DE-0618-EA0329CA14B9}"/>
              </a:ext>
            </a:extLst>
          </p:cNvPr>
          <p:cNvCxnSpPr>
            <a:stCxn id="19" idx="3"/>
            <a:endCxn id="20" idx="1"/>
          </p:cNvCxnSpPr>
          <p:nvPr/>
        </p:nvCxnSpPr>
        <p:spPr>
          <a:xfrm>
            <a:off x="5471983" y="3244334"/>
            <a:ext cx="38254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" name="Connecteur : en arc 22">
            <a:extLst>
              <a:ext uri="{FF2B5EF4-FFF2-40B4-BE49-F238E27FC236}">
                <a16:creationId xmlns:a16="http://schemas.microsoft.com/office/drawing/2014/main" id="{4393D1C3-BF91-8A2E-B2B5-77FA2A6A8386}"/>
              </a:ext>
            </a:extLst>
          </p:cNvPr>
          <p:cNvCxnSpPr>
            <a:stCxn id="20" idx="3"/>
            <a:endCxn id="21" idx="3"/>
          </p:cNvCxnSpPr>
          <p:nvPr/>
        </p:nvCxnSpPr>
        <p:spPr>
          <a:xfrm>
            <a:off x="6631458" y="3244334"/>
            <a:ext cx="12700" cy="671384"/>
          </a:xfrm>
          <a:prstGeom prst="curvedConnector3">
            <a:avLst>
              <a:gd name="adj1" fmla="val 1800000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" name="Connecteur : en arc 23">
            <a:extLst>
              <a:ext uri="{FF2B5EF4-FFF2-40B4-BE49-F238E27FC236}">
                <a16:creationId xmlns:a16="http://schemas.microsoft.com/office/drawing/2014/main" id="{7BDF836E-3A1C-8A47-2B62-A4DD9026A000}"/>
              </a:ext>
            </a:extLst>
          </p:cNvPr>
          <p:cNvCxnSpPr>
            <a:cxnSpLocks/>
            <a:stCxn id="21" idx="1"/>
            <a:endCxn id="20" idx="1"/>
          </p:cNvCxnSpPr>
          <p:nvPr/>
        </p:nvCxnSpPr>
        <p:spPr>
          <a:xfrm rot="10800000">
            <a:off x="5854527" y="3244334"/>
            <a:ext cx="12700" cy="671384"/>
          </a:xfrm>
          <a:prstGeom prst="curvedConnector3">
            <a:avLst>
              <a:gd name="adj1" fmla="val 1800000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5" name="ZoneTexte 24">
                <a:extLst>
                  <a:ext uri="{FF2B5EF4-FFF2-40B4-BE49-F238E27FC236}">
                    <a16:creationId xmlns:a16="http://schemas.microsoft.com/office/drawing/2014/main" id="{BC77D898-D601-62A2-267D-CC72CCC07191}"/>
                  </a:ext>
                </a:extLst>
              </p:cNvPr>
              <p:cNvSpPr txBox="1"/>
              <p:nvPr/>
            </p:nvSpPr>
            <p:spPr>
              <a:xfrm>
                <a:off x="7951143" y="1875352"/>
                <a:ext cx="3699304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fr-CA" dirty="0"/>
                  <a:t>Modèle SDM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CA" sz="1800" b="1" i="1" kern="100" smtClean="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𝐲</m:t>
                      </m:r>
                      <m:r>
                        <a:rPr lang="fr-CA" sz="1800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fr-CA" sz="1800" i="1" kern="100" smtClean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𝜌</m:t>
                      </m:r>
                      <m:r>
                        <a:rPr lang="fr-CA" sz="1800" b="1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𝐖𝐲</m:t>
                      </m:r>
                      <m:r>
                        <a:rPr lang="fr-CA" sz="1800" b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+</m:t>
                      </m:r>
                      <m:r>
                        <a:rPr lang="fr-CA" b="1" i="1"/>
                        <m:t>𝛊</m:t>
                      </m:r>
                      <m:r>
                        <a:rPr lang="fr-CA" i="1"/>
                        <m:t>𝛼</m:t>
                      </m:r>
                      <m:r>
                        <a:rPr lang="fr-CA" i="1"/>
                        <m:t>+</m:t>
                      </m:r>
                      <m:r>
                        <a:rPr lang="fr-CA" sz="1800" b="1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𝐗</m:t>
                      </m:r>
                      <m:r>
                        <a:rPr lang="fr-CA" sz="1800" b="1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𝛃</m:t>
                      </m:r>
                      <m:r>
                        <a:rPr lang="fr-CA" sz="1800" b="1" i="1" kern="100" smtClean="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+</m:t>
                      </m:r>
                      <m:r>
                        <a:rPr lang="fr-CA" sz="1800" b="1" i="0" kern="100" smtClean="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𝐖𝐗</m:t>
                      </m:r>
                      <m:r>
                        <a:rPr lang="fr-CA" sz="1800" b="1" i="0" kern="100" smtClean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𝛉</m:t>
                      </m:r>
                      <m:r>
                        <a:rPr lang="fr-CA" sz="1800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+</m:t>
                      </m:r>
                      <m:r>
                        <a:rPr lang="fr-CA" b="1" i="1" kern="100" smtClean="0"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𝛆</m:t>
                      </m:r>
                    </m:oMath>
                  </m:oMathPara>
                </a14:m>
                <a:endParaRPr lang="fr-CA" sz="1800" b="1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25" name="ZoneTexte 24">
                <a:extLst>
                  <a:ext uri="{FF2B5EF4-FFF2-40B4-BE49-F238E27FC236}">
                    <a16:creationId xmlns:a16="http://schemas.microsoft.com/office/drawing/2014/main" id="{BC77D898-D601-62A2-267D-CC72CCC071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51143" y="1875352"/>
                <a:ext cx="3699304" cy="646331"/>
              </a:xfrm>
              <a:prstGeom prst="rect">
                <a:avLst/>
              </a:prstGeom>
              <a:blipFill>
                <a:blip r:embed="rId9"/>
                <a:stretch>
                  <a:fillRect t="-4717" b="-6604"/>
                </a:stretch>
              </a:blipFill>
            </p:spPr>
            <p:txBody>
              <a:bodyPr/>
              <a:lstStyle/>
              <a:p>
                <a:r>
                  <a:rPr lang="fr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ZoneTexte 25">
                <a:extLst>
                  <a:ext uri="{FF2B5EF4-FFF2-40B4-BE49-F238E27FC236}">
                    <a16:creationId xmlns:a16="http://schemas.microsoft.com/office/drawing/2014/main" id="{79ADF5F0-4F06-A59E-60A6-4675087FC82B}"/>
                  </a:ext>
                </a:extLst>
              </p:cNvPr>
              <p:cNvSpPr txBox="1"/>
              <p:nvPr/>
            </p:nvSpPr>
            <p:spPr>
              <a:xfrm>
                <a:off x="8832506" y="3059668"/>
                <a:ext cx="77693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CA" sz="1800" b="1" i="1" kern="100" smtClean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𝚫</m:t>
                      </m:r>
                      <m:sSub>
                        <m:sSubPr>
                          <m:ctrlPr>
                            <a:rPr lang="fr-CA" sz="1800" b="1" i="1" kern="100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fr-CA" sz="1800" b="1" i="1" kern="100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fr-CA" sz="1800" b="1" i="1" kern="100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𝒌</m:t>
                          </m:r>
                        </m:sub>
                      </m:sSub>
                    </m:oMath>
                  </m:oMathPara>
                </a14:m>
                <a:endParaRPr lang="fr-CA" dirty="0"/>
              </a:p>
            </p:txBody>
          </p:sp>
        </mc:Choice>
        <mc:Fallback xmlns="">
          <p:sp>
            <p:nvSpPr>
              <p:cNvPr id="26" name="ZoneTexte 25">
                <a:extLst>
                  <a:ext uri="{FF2B5EF4-FFF2-40B4-BE49-F238E27FC236}">
                    <a16:creationId xmlns:a16="http://schemas.microsoft.com/office/drawing/2014/main" id="{79ADF5F0-4F06-A59E-60A6-4675087FC8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32506" y="3059668"/>
                <a:ext cx="776931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ZoneTexte 26">
                <a:extLst>
                  <a:ext uri="{FF2B5EF4-FFF2-40B4-BE49-F238E27FC236}">
                    <a16:creationId xmlns:a16="http://schemas.microsoft.com/office/drawing/2014/main" id="{65D3B23B-57F0-A12D-5A22-2ECC30983955}"/>
                  </a:ext>
                </a:extLst>
              </p:cNvPr>
              <p:cNvSpPr txBox="1"/>
              <p:nvPr/>
            </p:nvSpPr>
            <p:spPr>
              <a:xfrm>
                <a:off x="9991981" y="3059668"/>
                <a:ext cx="77693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CA" sz="1800" b="1" i="1" kern="100" smtClean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𝚫</m:t>
                      </m:r>
                      <m:r>
                        <a:rPr lang="fr-CA" sz="1800" b="1" i="1" kern="100" smtClean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𝒚</m:t>
                      </m:r>
                    </m:oMath>
                  </m:oMathPara>
                </a14:m>
                <a:endParaRPr lang="fr-CA" dirty="0"/>
              </a:p>
            </p:txBody>
          </p:sp>
        </mc:Choice>
        <mc:Fallback xmlns="">
          <p:sp>
            <p:nvSpPr>
              <p:cNvPr id="27" name="ZoneTexte 26">
                <a:extLst>
                  <a:ext uri="{FF2B5EF4-FFF2-40B4-BE49-F238E27FC236}">
                    <a16:creationId xmlns:a16="http://schemas.microsoft.com/office/drawing/2014/main" id="{65D3B23B-57F0-A12D-5A22-2ECC309839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91981" y="3059668"/>
                <a:ext cx="776931" cy="369332"/>
              </a:xfrm>
              <a:prstGeom prst="rect">
                <a:avLst/>
              </a:prstGeom>
              <a:blipFill>
                <a:blip r:embed="rId11"/>
                <a:stretch>
                  <a:fillRect b="-11475"/>
                </a:stretch>
              </a:blipFill>
            </p:spPr>
            <p:txBody>
              <a:bodyPr/>
              <a:lstStyle/>
              <a:p>
                <a:r>
                  <a:rPr lang="fr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ZoneTexte 27">
                <a:extLst>
                  <a:ext uri="{FF2B5EF4-FFF2-40B4-BE49-F238E27FC236}">
                    <a16:creationId xmlns:a16="http://schemas.microsoft.com/office/drawing/2014/main" id="{E7593B68-A31B-D22C-AA3B-FFEC10E7A8D3}"/>
                  </a:ext>
                </a:extLst>
              </p:cNvPr>
              <p:cNvSpPr txBox="1"/>
              <p:nvPr/>
            </p:nvSpPr>
            <p:spPr>
              <a:xfrm>
                <a:off x="9991981" y="3731052"/>
                <a:ext cx="77693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CA" b="1" i="0" kern="10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𝐖</m:t>
                      </m:r>
                      <m:r>
                        <a:rPr lang="fr-CA" b="1" i="1" kern="10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𝚫</m:t>
                      </m:r>
                      <m:r>
                        <a:rPr lang="fr-CA" b="1" i="1" kern="10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𝒚</m:t>
                      </m:r>
                    </m:oMath>
                  </m:oMathPara>
                </a14:m>
                <a:endParaRPr lang="fr-CA" dirty="0"/>
              </a:p>
            </p:txBody>
          </p:sp>
        </mc:Choice>
        <mc:Fallback xmlns="">
          <p:sp>
            <p:nvSpPr>
              <p:cNvPr id="28" name="ZoneTexte 27">
                <a:extLst>
                  <a:ext uri="{FF2B5EF4-FFF2-40B4-BE49-F238E27FC236}">
                    <a16:creationId xmlns:a16="http://schemas.microsoft.com/office/drawing/2014/main" id="{E7593B68-A31B-D22C-AA3B-FFEC10E7A8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91981" y="3731052"/>
                <a:ext cx="776931" cy="369332"/>
              </a:xfrm>
              <a:prstGeom prst="rect">
                <a:avLst/>
              </a:prstGeom>
              <a:blipFill>
                <a:blip r:embed="rId12"/>
                <a:stretch>
                  <a:fillRect b="-11475"/>
                </a:stretch>
              </a:blipFill>
            </p:spPr>
            <p:txBody>
              <a:bodyPr/>
              <a:lstStyle/>
              <a:p>
                <a:r>
                  <a:rPr lang="fr-CA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9" name="Connecteur droit avec flèche 28">
            <a:extLst>
              <a:ext uri="{FF2B5EF4-FFF2-40B4-BE49-F238E27FC236}">
                <a16:creationId xmlns:a16="http://schemas.microsoft.com/office/drawing/2014/main" id="{B185AB01-9A15-54FA-668E-5B6BB1DA7D6C}"/>
              </a:ext>
            </a:extLst>
          </p:cNvPr>
          <p:cNvCxnSpPr>
            <a:stCxn id="26" idx="3"/>
            <a:endCxn id="27" idx="1"/>
          </p:cNvCxnSpPr>
          <p:nvPr/>
        </p:nvCxnSpPr>
        <p:spPr>
          <a:xfrm>
            <a:off x="9609437" y="3244334"/>
            <a:ext cx="38254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" name="Connecteur : en arc 29">
            <a:extLst>
              <a:ext uri="{FF2B5EF4-FFF2-40B4-BE49-F238E27FC236}">
                <a16:creationId xmlns:a16="http://schemas.microsoft.com/office/drawing/2014/main" id="{095DB055-E0C7-647E-ACB7-AAD0B8A474E8}"/>
              </a:ext>
            </a:extLst>
          </p:cNvPr>
          <p:cNvCxnSpPr>
            <a:stCxn id="27" idx="3"/>
            <a:endCxn id="28" idx="3"/>
          </p:cNvCxnSpPr>
          <p:nvPr/>
        </p:nvCxnSpPr>
        <p:spPr>
          <a:xfrm>
            <a:off x="10768912" y="3244334"/>
            <a:ext cx="12700" cy="671384"/>
          </a:xfrm>
          <a:prstGeom prst="curvedConnector3">
            <a:avLst>
              <a:gd name="adj1" fmla="val 1800000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1" name="Connecteur : en arc 30">
            <a:extLst>
              <a:ext uri="{FF2B5EF4-FFF2-40B4-BE49-F238E27FC236}">
                <a16:creationId xmlns:a16="http://schemas.microsoft.com/office/drawing/2014/main" id="{252C74AE-714C-E454-8E3D-301799B552A9}"/>
              </a:ext>
            </a:extLst>
          </p:cNvPr>
          <p:cNvCxnSpPr>
            <a:cxnSpLocks/>
            <a:stCxn id="28" idx="1"/>
            <a:endCxn id="27" idx="1"/>
          </p:cNvCxnSpPr>
          <p:nvPr/>
        </p:nvCxnSpPr>
        <p:spPr>
          <a:xfrm rot="10800000">
            <a:off x="9991981" y="3244334"/>
            <a:ext cx="12700" cy="671384"/>
          </a:xfrm>
          <a:prstGeom prst="curvedConnector3">
            <a:avLst>
              <a:gd name="adj1" fmla="val 1800000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ZoneTexte 31">
                <a:extLst>
                  <a:ext uri="{FF2B5EF4-FFF2-40B4-BE49-F238E27FC236}">
                    <a16:creationId xmlns:a16="http://schemas.microsoft.com/office/drawing/2014/main" id="{4835F8F6-1F67-05E8-3B54-EB5F7726A8D6}"/>
                  </a:ext>
                </a:extLst>
              </p:cNvPr>
              <p:cNvSpPr txBox="1"/>
              <p:nvPr/>
            </p:nvSpPr>
            <p:spPr>
              <a:xfrm>
                <a:off x="8826584" y="3731052"/>
                <a:ext cx="77693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CA" sz="1800" b="1" i="0" kern="100" smtClean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𝐖</m:t>
                      </m:r>
                      <m:r>
                        <a:rPr lang="fr-CA" sz="1800" b="1" i="1" kern="100" smtClean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𝚫</m:t>
                      </m:r>
                      <m:sSub>
                        <m:sSubPr>
                          <m:ctrlPr>
                            <a:rPr lang="fr-CA" sz="1800" b="1" i="1" kern="100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fr-CA" sz="1800" b="1" i="1" kern="100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fr-CA" sz="1800" b="1" i="1" kern="100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𝒌</m:t>
                          </m:r>
                        </m:sub>
                      </m:sSub>
                    </m:oMath>
                  </m:oMathPara>
                </a14:m>
                <a:endParaRPr lang="fr-CA" dirty="0"/>
              </a:p>
            </p:txBody>
          </p:sp>
        </mc:Choice>
        <mc:Fallback xmlns="">
          <p:sp>
            <p:nvSpPr>
              <p:cNvPr id="32" name="ZoneTexte 31">
                <a:extLst>
                  <a:ext uri="{FF2B5EF4-FFF2-40B4-BE49-F238E27FC236}">
                    <a16:creationId xmlns:a16="http://schemas.microsoft.com/office/drawing/2014/main" id="{4835F8F6-1F67-05E8-3B54-EB5F7726A8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26584" y="3731052"/>
                <a:ext cx="776931" cy="369332"/>
              </a:xfrm>
              <a:prstGeom prst="rect">
                <a:avLst/>
              </a:prstGeom>
              <a:blipFill>
                <a:blip r:embed="rId13"/>
                <a:stretch>
                  <a:fillRect b="-1639"/>
                </a:stretch>
              </a:blipFill>
            </p:spPr>
            <p:txBody>
              <a:bodyPr/>
              <a:lstStyle/>
              <a:p>
                <a:r>
                  <a:rPr lang="fr-CA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3" name="Connecteur droit avec flèche 32">
            <a:extLst>
              <a:ext uri="{FF2B5EF4-FFF2-40B4-BE49-F238E27FC236}">
                <a16:creationId xmlns:a16="http://schemas.microsoft.com/office/drawing/2014/main" id="{AE0F89FF-FCB2-39B1-0C7F-B7E787D9E1F8}"/>
              </a:ext>
            </a:extLst>
          </p:cNvPr>
          <p:cNvCxnSpPr>
            <a:cxnSpLocks/>
            <a:stCxn id="26" idx="2"/>
            <a:endCxn id="32" idx="0"/>
          </p:cNvCxnSpPr>
          <p:nvPr/>
        </p:nvCxnSpPr>
        <p:spPr>
          <a:xfrm flipH="1">
            <a:off x="9215050" y="3429000"/>
            <a:ext cx="5922" cy="30205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7" name="Connecteur droit avec flèche 36">
            <a:extLst>
              <a:ext uri="{FF2B5EF4-FFF2-40B4-BE49-F238E27FC236}">
                <a16:creationId xmlns:a16="http://schemas.microsoft.com/office/drawing/2014/main" id="{7DEEE2AD-FD6A-49D4-DEDE-F108F626DEE7}"/>
              </a:ext>
            </a:extLst>
          </p:cNvPr>
          <p:cNvCxnSpPr>
            <a:cxnSpLocks/>
            <a:stCxn id="32" idx="3"/>
            <a:endCxn id="27" idx="2"/>
          </p:cNvCxnSpPr>
          <p:nvPr/>
        </p:nvCxnSpPr>
        <p:spPr>
          <a:xfrm flipV="1">
            <a:off x="9603515" y="3429000"/>
            <a:ext cx="776932" cy="48671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ZoneTexte 39">
                <a:extLst>
                  <a:ext uri="{FF2B5EF4-FFF2-40B4-BE49-F238E27FC236}">
                    <a16:creationId xmlns:a16="http://schemas.microsoft.com/office/drawing/2014/main" id="{3CB06CC7-1BC3-8175-13F2-B5A8906A70F0}"/>
                  </a:ext>
                </a:extLst>
              </p:cNvPr>
              <p:cNvSpPr txBox="1"/>
              <p:nvPr/>
            </p:nvSpPr>
            <p:spPr>
              <a:xfrm>
                <a:off x="312522" y="4336316"/>
                <a:ext cx="3699304" cy="9233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fr-CA" dirty="0"/>
                  <a:t>Modèle SEDM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CA" sz="1800" b="1" i="1" kern="100" smtClean="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𝐲</m:t>
                      </m:r>
                      <m:r>
                        <a:rPr lang="fr-CA" sz="1800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fr-CA" sz="1800" b="1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𝐗</m:t>
                      </m:r>
                      <m:r>
                        <a:rPr lang="fr-CA" sz="1800" b="1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𝛃</m:t>
                      </m:r>
                      <m:r>
                        <a:rPr lang="fr-CA" b="1" i="1" kern="100"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+</m:t>
                      </m:r>
                      <m:r>
                        <a:rPr lang="fr-CA" b="1" i="1" kern="100"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𝐖</m:t>
                      </m:r>
                      <m:r>
                        <a:rPr lang="fr-CA" b="1" i="0" kern="100" smtClean="0"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𝐗</m:t>
                      </m:r>
                      <m:r>
                        <a:rPr lang="fr-CA" b="1" i="0" kern="10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𝛉</m:t>
                      </m:r>
                      <m:r>
                        <a:rPr lang="fr-CA" sz="1800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+</m:t>
                      </m:r>
                      <m:r>
                        <a:rPr lang="fr-CA" b="1" i="1" kern="100"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𝛎</m:t>
                      </m:r>
                    </m:oMath>
                  </m:oMathPara>
                </a14:m>
                <a:endParaRPr lang="fr-CA" sz="1800" b="1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CA" sz="1800" b="1" i="1" kern="100" smtClean="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𝛎</m:t>
                      </m:r>
                      <m:r>
                        <a:rPr lang="fr-CA" sz="1800" b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fr-CA" sz="1800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𝜆</m:t>
                      </m:r>
                      <m:r>
                        <a:rPr lang="fr-CA" sz="1800" b="1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𝐖</m:t>
                      </m:r>
                      <m:r>
                        <a:rPr lang="fr-CA" sz="1800" b="1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𝛎</m:t>
                      </m:r>
                      <m:r>
                        <a:rPr lang="fr-CA" sz="1800" b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+</m:t>
                      </m:r>
                      <m:r>
                        <a:rPr lang="fr-CA" sz="1800" b="1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𝛆</m:t>
                      </m:r>
                    </m:oMath>
                  </m:oMathPara>
                </a14:m>
                <a:endParaRPr lang="fr-CA" sz="1800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0" name="ZoneTexte 39">
                <a:extLst>
                  <a:ext uri="{FF2B5EF4-FFF2-40B4-BE49-F238E27FC236}">
                    <a16:creationId xmlns:a16="http://schemas.microsoft.com/office/drawing/2014/main" id="{3CB06CC7-1BC3-8175-13F2-B5A8906A70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2522" y="4336316"/>
                <a:ext cx="3699304" cy="923330"/>
              </a:xfrm>
              <a:prstGeom prst="rect">
                <a:avLst/>
              </a:prstGeom>
              <a:blipFill>
                <a:blip r:embed="rId14"/>
                <a:stretch>
                  <a:fillRect t="-2632"/>
                </a:stretch>
              </a:blipFill>
            </p:spPr>
            <p:txBody>
              <a:bodyPr/>
              <a:lstStyle/>
              <a:p>
                <a:r>
                  <a:rPr lang="fr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ZoneTexte 40">
                <a:extLst>
                  <a:ext uri="{FF2B5EF4-FFF2-40B4-BE49-F238E27FC236}">
                    <a16:creationId xmlns:a16="http://schemas.microsoft.com/office/drawing/2014/main" id="{BFC148F3-DAE3-554F-0697-0C79D81E2E64}"/>
                  </a:ext>
                </a:extLst>
              </p:cNvPr>
              <p:cNvSpPr txBox="1"/>
              <p:nvPr/>
            </p:nvSpPr>
            <p:spPr>
              <a:xfrm>
                <a:off x="1193971" y="3731052"/>
                <a:ext cx="77693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CA" sz="1800" b="1" i="0" kern="100" smtClean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𝐖</m:t>
                      </m:r>
                      <m:r>
                        <a:rPr lang="fr-CA" sz="1800" b="1" i="1" kern="100" smtClean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𝚫</m:t>
                      </m:r>
                      <m:sSub>
                        <m:sSubPr>
                          <m:ctrlPr>
                            <a:rPr lang="fr-CA" sz="1800" b="1" i="1" kern="100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fr-CA" sz="1800" b="1" i="1" kern="100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fr-CA" sz="1800" b="1" i="1" kern="100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𝒌</m:t>
                          </m:r>
                        </m:sub>
                      </m:sSub>
                    </m:oMath>
                  </m:oMathPara>
                </a14:m>
                <a:endParaRPr lang="fr-CA" dirty="0"/>
              </a:p>
            </p:txBody>
          </p:sp>
        </mc:Choice>
        <mc:Fallback xmlns="">
          <p:sp>
            <p:nvSpPr>
              <p:cNvPr id="41" name="ZoneTexte 40">
                <a:extLst>
                  <a:ext uri="{FF2B5EF4-FFF2-40B4-BE49-F238E27FC236}">
                    <a16:creationId xmlns:a16="http://schemas.microsoft.com/office/drawing/2014/main" id="{BFC148F3-DAE3-554F-0697-0C79D81E2E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3971" y="3731052"/>
                <a:ext cx="776931" cy="369332"/>
              </a:xfrm>
              <a:prstGeom prst="rect">
                <a:avLst/>
              </a:prstGeom>
              <a:blipFill>
                <a:blip r:embed="rId15"/>
                <a:stretch>
                  <a:fillRect b="-1639"/>
                </a:stretch>
              </a:blipFill>
            </p:spPr>
            <p:txBody>
              <a:bodyPr/>
              <a:lstStyle/>
              <a:p>
                <a:r>
                  <a:rPr lang="fr-CA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2" name="Connecteur droit avec flèche 41">
            <a:extLst>
              <a:ext uri="{FF2B5EF4-FFF2-40B4-BE49-F238E27FC236}">
                <a16:creationId xmlns:a16="http://schemas.microsoft.com/office/drawing/2014/main" id="{34E14239-2EF0-C251-08D7-43B973021A0E}"/>
              </a:ext>
            </a:extLst>
          </p:cNvPr>
          <p:cNvCxnSpPr>
            <a:cxnSpLocks/>
            <a:stCxn id="41" idx="3"/>
            <a:endCxn id="9" idx="2"/>
          </p:cNvCxnSpPr>
          <p:nvPr/>
        </p:nvCxnSpPr>
        <p:spPr>
          <a:xfrm flipV="1">
            <a:off x="1970902" y="3429000"/>
            <a:ext cx="771010" cy="48671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5" name="Connecteur droit avec flèche 44">
            <a:extLst>
              <a:ext uri="{FF2B5EF4-FFF2-40B4-BE49-F238E27FC236}">
                <a16:creationId xmlns:a16="http://schemas.microsoft.com/office/drawing/2014/main" id="{68916338-C79A-1C68-E54F-3EC591F5B1B0}"/>
              </a:ext>
            </a:extLst>
          </p:cNvPr>
          <p:cNvCxnSpPr>
            <a:cxnSpLocks/>
            <a:stCxn id="8" idx="2"/>
            <a:endCxn id="41" idx="0"/>
          </p:cNvCxnSpPr>
          <p:nvPr/>
        </p:nvCxnSpPr>
        <p:spPr>
          <a:xfrm>
            <a:off x="1582437" y="3429000"/>
            <a:ext cx="0" cy="30205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439392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9AA129D-F300-6256-3A38-C6357AB29B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SAR ou SEM?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970F2D19-C690-E965-4670-283BF1C24164}"/>
                  </a:ext>
                </a:extLst>
              </p:cNvPr>
              <p:cNvSpPr/>
              <p:nvPr/>
            </p:nvSpPr>
            <p:spPr>
              <a:xfrm>
                <a:off x="4466968" y="1564717"/>
                <a:ext cx="3064476" cy="953658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fr-CA" dirty="0"/>
                  <a:t>Modèle MCO</a:t>
                </a:r>
              </a:p>
              <a:p>
                <a:pPr algn="ctr"/>
                <a14:m>
                  <m:oMath xmlns:m="http://schemas.openxmlformats.org/officeDocument/2006/math">
                    <m:r>
                      <a:rPr lang="fr-CA" sz="1800" b="1" i="1" kern="100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𝐲</m:t>
                    </m:r>
                    <m:r>
                      <a:rPr lang="fr-CA" sz="18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fr-CA" b="1" i="1"/>
                      <m:t>𝛊</m:t>
                    </m:r>
                    <m:r>
                      <a:rPr lang="fr-CA" i="1"/>
                      <m:t>𝛼</m:t>
                    </m:r>
                    <m:r>
                      <a:rPr lang="fr-CA" i="1"/>
                      <m:t>+</m:t>
                    </m:r>
                    <m:r>
                      <a:rPr lang="fr-CA" sz="1800" b="1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𝐗</m:t>
                    </m:r>
                    <m:r>
                      <a:rPr lang="fr-CA" sz="1800" b="1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𝛃</m:t>
                    </m:r>
                    <m:r>
                      <a:rPr lang="fr-CA" sz="18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+</m:t>
                    </m:r>
                  </m:oMath>
                </a14:m>
                <a:r>
                  <a:rPr lang="fr-CA" b="1" kern="100" dirty="0">
                    <a:ea typeface="Aptos" panose="020B0004020202020204" pitchFamily="34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fr-CA" b="1" i="1" kern="100"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𝛆</m:t>
                    </m:r>
                  </m:oMath>
                </a14:m>
                <a:endParaRPr lang="fr-CA" sz="1800" b="1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970F2D19-C690-E965-4670-283BF1C2416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66968" y="1564717"/>
                <a:ext cx="3064476" cy="95365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FCCD8E7E-6087-9ED6-456D-B12F7671B164}"/>
                  </a:ext>
                </a:extLst>
              </p:cNvPr>
              <p:cNvSpPr/>
              <p:nvPr/>
            </p:nvSpPr>
            <p:spPr>
              <a:xfrm>
                <a:off x="4466968" y="2952171"/>
                <a:ext cx="3064476" cy="953658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fr-CA" dirty="0"/>
                  <a:t>Résidus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fr-CA" b="1" i="1" kern="10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accPr>
                        <m:e>
                          <m:r>
                            <a:rPr lang="fr-CA" b="1" i="1" kern="100" smtClean="0"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𝛆</m:t>
                          </m:r>
                        </m:e>
                      </m:acc>
                      <m:r>
                        <a:rPr lang="fr-CA" b="1" i="1" kern="100" smtClean="0"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fr-CA" sz="1800" b="1" i="1" kern="100" smtClean="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𝐲</m:t>
                      </m:r>
                      <m:r>
                        <a:rPr lang="fr-CA" sz="1800" b="1" i="1" kern="100" smtClean="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−</m:t>
                      </m:r>
                      <m:acc>
                        <m:accPr>
                          <m:chr m:val="̂"/>
                          <m:ctrlPr>
                            <a:rPr lang="fr-CA" sz="1800" b="1" i="1" kern="100" smtClean="0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accPr>
                        <m:e>
                          <m:r>
                            <a:rPr lang="fr-CA" sz="1800" b="1" i="1" kern="100" smtClean="0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𝒚</m:t>
                          </m:r>
                        </m:e>
                      </m:acc>
                      <m:r>
                        <a:rPr lang="fr-CA" sz="1800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fr-CA" sz="1800" b="1" i="0" kern="100" smtClean="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𝐲</m:t>
                      </m:r>
                      <m:r>
                        <a:rPr lang="fr-CA" sz="1800" b="0" i="1" kern="100" smtClean="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−</m:t>
                      </m:r>
                      <m:r>
                        <a:rPr lang="fr-CA" sz="1800" b="1" i="1" kern="100" smtClean="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fr-CA" b="1" i="1"/>
                        <m:t>𝛊</m:t>
                      </m:r>
                      <m:acc>
                        <m:accPr>
                          <m:chr m:val="̂"/>
                          <m:ctrlPr>
                            <a:rPr lang="fr-CA" b="1" i="1" kern="10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accPr>
                        <m:e>
                          <m:r>
                            <a:rPr lang="fr-CA" b="0" i="1" kern="10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𝛼</m:t>
                          </m:r>
                        </m:e>
                      </m:acc>
                      <m:r>
                        <a:rPr lang="fr-CA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fr-CA" sz="1800" b="1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𝐗</m:t>
                      </m:r>
                      <m:acc>
                        <m:accPr>
                          <m:chr m:val="̂"/>
                          <m:ctrlPr>
                            <a:rPr lang="fr-CA" sz="1800" b="1" i="1" kern="100" smtClean="0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accPr>
                        <m:e>
                          <m:r>
                            <a:rPr lang="fr-CA" b="1" i="1" kern="100"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𝛃</m:t>
                          </m:r>
                        </m:e>
                      </m:acc>
                      <m:r>
                        <a:rPr lang="fr-CA" b="1" i="1" kern="100" smtClean="0"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fr-CA" sz="1800" b="1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FCCD8E7E-6087-9ED6-456D-B12F7671B16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66968" y="2952171"/>
                <a:ext cx="3064476" cy="953658"/>
              </a:xfrm>
              <a:prstGeom prst="rect">
                <a:avLst/>
              </a:prstGeom>
              <a:blipFill>
                <a:blip r:embed="rId3"/>
                <a:stretch>
                  <a:fillRect r="-3762"/>
                </a:stretch>
              </a:blipFill>
            </p:spPr>
            <p:txBody>
              <a:bodyPr/>
              <a:lstStyle/>
              <a:p>
                <a:r>
                  <a:rPr lang="fr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 5">
            <a:extLst>
              <a:ext uri="{FF2B5EF4-FFF2-40B4-BE49-F238E27FC236}">
                <a16:creationId xmlns:a16="http://schemas.microsoft.com/office/drawing/2014/main" id="{6BD84E02-1B48-AE9A-EA16-817A1DC55288}"/>
              </a:ext>
            </a:extLst>
          </p:cNvPr>
          <p:cNvSpPr/>
          <p:nvPr/>
        </p:nvSpPr>
        <p:spPr>
          <a:xfrm>
            <a:off x="1394255" y="4287322"/>
            <a:ext cx="2677297" cy="70480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CA" dirty="0"/>
              <a:t>Tests LM-SAR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08E03FC-89A3-6A93-9EE1-AC3CBD5C6502}"/>
              </a:ext>
            </a:extLst>
          </p:cNvPr>
          <p:cNvSpPr/>
          <p:nvPr/>
        </p:nvSpPr>
        <p:spPr>
          <a:xfrm>
            <a:off x="8120448" y="4287322"/>
            <a:ext cx="2677297" cy="70480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CA" dirty="0"/>
              <a:t>Tests LM-SEM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A7E43881-FA86-2E00-DA26-D80596851A38}"/>
                  </a:ext>
                </a:extLst>
              </p:cNvPr>
              <p:cNvSpPr/>
              <p:nvPr/>
            </p:nvSpPr>
            <p:spPr>
              <a:xfrm>
                <a:off x="1394254" y="5380768"/>
                <a:ext cx="2677298" cy="953658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fr-CA" dirty="0"/>
                  <a:t>Modèle SAR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CA" sz="1800" b="1" i="1" kern="100" smtClean="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𝐲</m:t>
                      </m:r>
                      <m:r>
                        <a:rPr lang="fr-CA" sz="1800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fr-CA" sz="1800" i="1" kern="100" smtClean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𝜌</m:t>
                      </m:r>
                      <m:r>
                        <a:rPr lang="fr-CA" sz="1800" b="1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𝐖𝐲</m:t>
                      </m:r>
                      <m:r>
                        <a:rPr lang="fr-CA" sz="1800" b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+</m:t>
                      </m:r>
                      <m:r>
                        <a:rPr lang="fr-CA" b="1" i="1"/>
                        <m:t>𝛊</m:t>
                      </m:r>
                      <m:r>
                        <a:rPr lang="fr-CA" i="1"/>
                        <m:t>𝛼</m:t>
                      </m:r>
                      <m:r>
                        <a:rPr lang="fr-CA" i="1"/>
                        <m:t>+</m:t>
                      </m:r>
                      <m:r>
                        <a:rPr lang="fr-CA" sz="1800" b="1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𝐗</m:t>
                      </m:r>
                      <m:r>
                        <a:rPr lang="fr-CA" sz="1800" b="1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𝛃</m:t>
                      </m:r>
                      <m:r>
                        <a:rPr lang="fr-CA" sz="1800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+</m:t>
                      </m:r>
                      <m:r>
                        <a:rPr lang="fr-CA" b="1" i="1" kern="100" smtClean="0"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𝛆</m:t>
                      </m:r>
                    </m:oMath>
                  </m:oMathPara>
                </a14:m>
                <a:endParaRPr lang="fr-CA" sz="1800" b="1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A7E43881-FA86-2E00-DA26-D80596851A3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94254" y="5380768"/>
                <a:ext cx="2677298" cy="95365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5269D49A-FC78-459E-3280-41505588731E}"/>
                  </a:ext>
                </a:extLst>
              </p:cNvPr>
              <p:cNvSpPr/>
              <p:nvPr/>
            </p:nvSpPr>
            <p:spPr>
              <a:xfrm>
                <a:off x="8120448" y="5380768"/>
                <a:ext cx="2677297" cy="953658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fr-CA" dirty="0"/>
                  <a:t>Modèle SEM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CA" sz="1800" b="1" i="1" kern="100" smtClean="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𝐲</m:t>
                      </m:r>
                      <m:r>
                        <a:rPr lang="fr-CA" sz="1800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fr-CA" b="1" i="1"/>
                        <m:t>𝛊</m:t>
                      </m:r>
                      <m:r>
                        <a:rPr lang="fr-CA" i="1"/>
                        <m:t>𝛼</m:t>
                      </m:r>
                      <m:r>
                        <a:rPr lang="fr-CA" i="1"/>
                        <m:t>+</m:t>
                      </m:r>
                      <m:r>
                        <a:rPr lang="fr-CA" sz="1800" b="1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𝐗</m:t>
                      </m:r>
                      <m:r>
                        <a:rPr lang="fr-CA" sz="1800" b="1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𝛃</m:t>
                      </m:r>
                      <m:r>
                        <a:rPr lang="fr-CA" sz="1800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+</m:t>
                      </m:r>
                      <m:r>
                        <a:rPr lang="fr-CA" b="1" i="1" kern="10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𝝂</m:t>
                      </m:r>
                    </m:oMath>
                  </m:oMathPara>
                </a14:m>
                <a:endParaRPr lang="fr-CA" sz="1800" b="1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CA" sz="1800" b="1" i="1" kern="100" smtClean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𝝂</m:t>
                      </m:r>
                      <m:r>
                        <a:rPr lang="fr-CA" sz="1800" b="1" i="1" kern="100" smtClean="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fr-CA" i="1" kern="100"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𝜆</m:t>
                      </m:r>
                      <m:r>
                        <a:rPr lang="fr-CA" b="1" i="1" kern="100"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𝐖</m:t>
                      </m:r>
                      <m:r>
                        <a:rPr lang="fr-CA" b="1" i="1" kern="10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𝝂</m:t>
                      </m:r>
                      <m:r>
                        <a:rPr lang="fr-CA" b="1" i="1" kern="10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r>
                        <a:rPr lang="fr-CA" b="1" i="1" kern="100"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𝛆</m:t>
                      </m:r>
                    </m:oMath>
                  </m:oMathPara>
                </a14:m>
                <a:endParaRPr lang="fr-CA" sz="1800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5269D49A-FC78-459E-3280-41505588731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20448" y="5380768"/>
                <a:ext cx="2677297" cy="953658"/>
              </a:xfrm>
              <a:prstGeom prst="rect">
                <a:avLst/>
              </a:prstGeom>
              <a:blipFill>
                <a:blip r:embed="rId5"/>
                <a:stretch>
                  <a:fillRect t="-629"/>
                </a:stretch>
              </a:blipFill>
            </p:spPr>
            <p:txBody>
              <a:bodyPr/>
              <a:lstStyle/>
              <a:p>
                <a:r>
                  <a:rPr lang="fr-CA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Connecteur : en angle 9">
            <a:extLst>
              <a:ext uri="{FF2B5EF4-FFF2-40B4-BE49-F238E27FC236}">
                <a16:creationId xmlns:a16="http://schemas.microsoft.com/office/drawing/2014/main" id="{1D11DAEF-4BFE-C368-F474-514289728EA2}"/>
              </a:ext>
            </a:extLst>
          </p:cNvPr>
          <p:cNvCxnSpPr>
            <a:cxnSpLocks/>
            <a:stCxn id="5" idx="2"/>
            <a:endCxn id="6" idx="3"/>
          </p:cNvCxnSpPr>
          <p:nvPr/>
        </p:nvCxnSpPr>
        <p:spPr>
          <a:xfrm rot="5400000">
            <a:off x="4668431" y="3308950"/>
            <a:ext cx="733897" cy="1927654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" name="Connecteur : en angle 12">
            <a:extLst>
              <a:ext uri="{FF2B5EF4-FFF2-40B4-BE49-F238E27FC236}">
                <a16:creationId xmlns:a16="http://schemas.microsoft.com/office/drawing/2014/main" id="{4FA92252-3208-321C-EC2D-1AF2BA94F246}"/>
              </a:ext>
            </a:extLst>
          </p:cNvPr>
          <p:cNvCxnSpPr>
            <a:cxnSpLocks/>
            <a:stCxn id="5" idx="2"/>
            <a:endCxn id="7" idx="1"/>
          </p:cNvCxnSpPr>
          <p:nvPr/>
        </p:nvCxnSpPr>
        <p:spPr>
          <a:xfrm rot="16200000" flipH="1">
            <a:off x="6692879" y="3212156"/>
            <a:ext cx="733897" cy="2121242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11DF0CD0-DC1C-1A90-608A-5403F07D4B92}"/>
              </a:ext>
            </a:extLst>
          </p:cNvPr>
          <p:cNvSpPr/>
          <p:nvPr/>
        </p:nvSpPr>
        <p:spPr>
          <a:xfrm>
            <a:off x="4660558" y="5236357"/>
            <a:ext cx="2677297" cy="158164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CA" dirty="0"/>
              <a:t>Comparaison</a:t>
            </a:r>
          </a:p>
          <a:p>
            <a:pPr algn="ctr"/>
            <a:endParaRPr lang="fr-CA" dirty="0"/>
          </a:p>
          <a:p>
            <a:pPr algn="ctr"/>
            <a:endParaRPr lang="fr-CA" dirty="0"/>
          </a:p>
          <a:p>
            <a:pPr algn="ctr"/>
            <a:endParaRPr lang="fr-CA" dirty="0"/>
          </a:p>
          <a:p>
            <a:pPr algn="ctr"/>
            <a:endParaRPr lang="fr-CA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5BAB351-712D-51B2-A59F-6FD5A90364EE}"/>
              </a:ext>
            </a:extLst>
          </p:cNvPr>
          <p:cNvSpPr/>
          <p:nvPr/>
        </p:nvSpPr>
        <p:spPr>
          <a:xfrm>
            <a:off x="5035379" y="5650334"/>
            <a:ext cx="2032686" cy="46637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CA" dirty="0"/>
              <a:t>LM-SAR&gt;LM-SEM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D517F1F-DC97-9FC6-728C-0AF00258B95A}"/>
              </a:ext>
            </a:extLst>
          </p:cNvPr>
          <p:cNvSpPr/>
          <p:nvPr/>
        </p:nvSpPr>
        <p:spPr>
          <a:xfrm>
            <a:off x="5035379" y="6271575"/>
            <a:ext cx="2032686" cy="46637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CA" dirty="0"/>
              <a:t>LM-SAR&lt;LM-SEM</a:t>
            </a:r>
          </a:p>
        </p:txBody>
      </p:sp>
      <p:cxnSp>
        <p:nvCxnSpPr>
          <p:cNvPr id="19" name="Connecteur : en angle 18">
            <a:extLst>
              <a:ext uri="{FF2B5EF4-FFF2-40B4-BE49-F238E27FC236}">
                <a16:creationId xmlns:a16="http://schemas.microsoft.com/office/drawing/2014/main" id="{9F20D4F5-00BA-DC2B-812F-085967E684B7}"/>
              </a:ext>
            </a:extLst>
          </p:cNvPr>
          <p:cNvCxnSpPr>
            <a:cxnSpLocks/>
            <a:stCxn id="18" idx="3"/>
            <a:endCxn id="9" idx="1"/>
          </p:cNvCxnSpPr>
          <p:nvPr/>
        </p:nvCxnSpPr>
        <p:spPr>
          <a:xfrm flipV="1">
            <a:off x="7068065" y="5857597"/>
            <a:ext cx="1052383" cy="647167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" name="Connecteur : en angle 21">
            <a:extLst>
              <a:ext uri="{FF2B5EF4-FFF2-40B4-BE49-F238E27FC236}">
                <a16:creationId xmlns:a16="http://schemas.microsoft.com/office/drawing/2014/main" id="{13FB50E0-2C6F-DED7-AD68-BF44DCEB51FA}"/>
              </a:ext>
            </a:extLst>
          </p:cNvPr>
          <p:cNvCxnSpPr>
            <a:cxnSpLocks/>
            <a:stCxn id="17" idx="1"/>
            <a:endCxn id="8" idx="3"/>
          </p:cNvCxnSpPr>
          <p:nvPr/>
        </p:nvCxnSpPr>
        <p:spPr>
          <a:xfrm rot="10800000">
            <a:off x="4071553" y="5857597"/>
            <a:ext cx="963827" cy="25926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5" name="Connecteur : en angle 24">
            <a:extLst>
              <a:ext uri="{FF2B5EF4-FFF2-40B4-BE49-F238E27FC236}">
                <a16:creationId xmlns:a16="http://schemas.microsoft.com/office/drawing/2014/main" id="{D38033C6-E93E-87A2-2DE9-AAA082CFD614}"/>
              </a:ext>
            </a:extLst>
          </p:cNvPr>
          <p:cNvCxnSpPr>
            <a:cxnSpLocks/>
            <a:stCxn id="7" idx="2"/>
            <a:endCxn id="16" idx="0"/>
          </p:cNvCxnSpPr>
          <p:nvPr/>
        </p:nvCxnSpPr>
        <p:spPr>
          <a:xfrm rot="5400000">
            <a:off x="7607039" y="3384298"/>
            <a:ext cx="244227" cy="3459890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2" name="Connecteur : en angle 31">
            <a:extLst>
              <a:ext uri="{FF2B5EF4-FFF2-40B4-BE49-F238E27FC236}">
                <a16:creationId xmlns:a16="http://schemas.microsoft.com/office/drawing/2014/main" id="{D400AD1C-C054-1184-0EBE-9A0BC08B236C}"/>
              </a:ext>
            </a:extLst>
          </p:cNvPr>
          <p:cNvCxnSpPr>
            <a:cxnSpLocks/>
            <a:stCxn id="6" idx="2"/>
            <a:endCxn id="16" idx="0"/>
          </p:cNvCxnSpPr>
          <p:nvPr/>
        </p:nvCxnSpPr>
        <p:spPr>
          <a:xfrm rot="16200000" flipH="1">
            <a:off x="4243942" y="3481091"/>
            <a:ext cx="244227" cy="3266303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5" name="Connecteur droit avec flèche 34">
            <a:extLst>
              <a:ext uri="{FF2B5EF4-FFF2-40B4-BE49-F238E27FC236}">
                <a16:creationId xmlns:a16="http://schemas.microsoft.com/office/drawing/2014/main" id="{32B1FFDC-A546-7D18-34A6-AABA5B50D85A}"/>
              </a:ext>
            </a:extLst>
          </p:cNvPr>
          <p:cNvCxnSpPr>
            <a:cxnSpLocks/>
            <a:stCxn id="4" idx="2"/>
            <a:endCxn id="5" idx="0"/>
          </p:cNvCxnSpPr>
          <p:nvPr/>
        </p:nvCxnSpPr>
        <p:spPr>
          <a:xfrm>
            <a:off x="5999206" y="2518375"/>
            <a:ext cx="0" cy="43379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8" name="Connecteur droit avec flèche 37">
            <a:extLst>
              <a:ext uri="{FF2B5EF4-FFF2-40B4-BE49-F238E27FC236}">
                <a16:creationId xmlns:a16="http://schemas.microsoft.com/office/drawing/2014/main" id="{A0C5AC3F-51BA-6D57-288E-3FD3FECEA4A4}"/>
              </a:ext>
            </a:extLst>
          </p:cNvPr>
          <p:cNvCxnSpPr>
            <a:cxnSpLocks/>
            <a:stCxn id="6" idx="2"/>
            <a:endCxn id="8" idx="0"/>
          </p:cNvCxnSpPr>
          <p:nvPr/>
        </p:nvCxnSpPr>
        <p:spPr>
          <a:xfrm flipH="1">
            <a:off x="2732903" y="4992130"/>
            <a:ext cx="1" cy="38863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1" name="Connecteur droit avec flèche 40">
            <a:extLst>
              <a:ext uri="{FF2B5EF4-FFF2-40B4-BE49-F238E27FC236}">
                <a16:creationId xmlns:a16="http://schemas.microsoft.com/office/drawing/2014/main" id="{0CF10988-7A65-1CE7-38FC-032CE26EF801}"/>
              </a:ext>
            </a:extLst>
          </p:cNvPr>
          <p:cNvCxnSpPr>
            <a:cxnSpLocks/>
            <a:stCxn id="7" idx="2"/>
            <a:endCxn id="9" idx="0"/>
          </p:cNvCxnSpPr>
          <p:nvPr/>
        </p:nvCxnSpPr>
        <p:spPr>
          <a:xfrm>
            <a:off x="9459097" y="4992130"/>
            <a:ext cx="0" cy="38863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4" name="ZoneTexte 43">
            <a:extLst>
              <a:ext uri="{FF2B5EF4-FFF2-40B4-BE49-F238E27FC236}">
                <a16:creationId xmlns:a16="http://schemas.microsoft.com/office/drawing/2014/main" id="{D3E96509-8215-2633-67C5-A0C20741B669}"/>
              </a:ext>
            </a:extLst>
          </p:cNvPr>
          <p:cNvSpPr txBox="1"/>
          <p:nvPr/>
        </p:nvSpPr>
        <p:spPr>
          <a:xfrm>
            <a:off x="9458068" y="4992128"/>
            <a:ext cx="13407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dirty="0"/>
              <a:t>significatif</a:t>
            </a:r>
          </a:p>
        </p:txBody>
      </p:sp>
      <p:sp>
        <p:nvSpPr>
          <p:cNvPr id="45" name="ZoneTexte 44">
            <a:extLst>
              <a:ext uri="{FF2B5EF4-FFF2-40B4-BE49-F238E27FC236}">
                <a16:creationId xmlns:a16="http://schemas.microsoft.com/office/drawing/2014/main" id="{FB9A2AAF-0D60-4813-1390-C37F499A4C7C}"/>
              </a:ext>
            </a:extLst>
          </p:cNvPr>
          <p:cNvSpPr txBox="1"/>
          <p:nvPr/>
        </p:nvSpPr>
        <p:spPr>
          <a:xfrm>
            <a:off x="1448830" y="4992128"/>
            <a:ext cx="13407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dirty="0"/>
              <a:t>significatif</a:t>
            </a:r>
          </a:p>
        </p:txBody>
      </p:sp>
      <p:sp>
        <p:nvSpPr>
          <p:cNvPr id="46" name="ZoneTexte 45">
            <a:extLst>
              <a:ext uri="{FF2B5EF4-FFF2-40B4-BE49-F238E27FC236}">
                <a16:creationId xmlns:a16="http://schemas.microsoft.com/office/drawing/2014/main" id="{8D837679-9D52-4B90-FF4A-0F5D28173A06}"/>
              </a:ext>
            </a:extLst>
          </p:cNvPr>
          <p:cNvSpPr txBox="1"/>
          <p:nvPr/>
        </p:nvSpPr>
        <p:spPr>
          <a:xfrm>
            <a:off x="9431294" y="2883241"/>
            <a:ext cx="17577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dirty="0"/>
              <a:t>non-significatif</a:t>
            </a:r>
          </a:p>
        </p:txBody>
      </p:sp>
      <p:sp>
        <p:nvSpPr>
          <p:cNvPr id="47" name="ZoneTexte 46">
            <a:extLst>
              <a:ext uri="{FF2B5EF4-FFF2-40B4-BE49-F238E27FC236}">
                <a16:creationId xmlns:a16="http://schemas.microsoft.com/office/drawing/2014/main" id="{7FF9827C-6AE1-8323-052F-319FD6A88E3E}"/>
              </a:ext>
            </a:extLst>
          </p:cNvPr>
          <p:cNvSpPr txBox="1"/>
          <p:nvPr/>
        </p:nvSpPr>
        <p:spPr>
          <a:xfrm>
            <a:off x="1036428" y="2883241"/>
            <a:ext cx="17577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dirty="0"/>
              <a:t>non-significatif</a:t>
            </a:r>
          </a:p>
        </p:txBody>
      </p:sp>
      <p:cxnSp>
        <p:nvCxnSpPr>
          <p:cNvPr id="48" name="Connecteur : en angle 47">
            <a:extLst>
              <a:ext uri="{FF2B5EF4-FFF2-40B4-BE49-F238E27FC236}">
                <a16:creationId xmlns:a16="http://schemas.microsoft.com/office/drawing/2014/main" id="{CBE77196-FF32-7FE4-CCB4-937B9D9A1A5B}"/>
              </a:ext>
            </a:extLst>
          </p:cNvPr>
          <p:cNvCxnSpPr>
            <a:cxnSpLocks/>
            <a:stCxn id="6" idx="0"/>
            <a:endCxn id="4" idx="1"/>
          </p:cNvCxnSpPr>
          <p:nvPr/>
        </p:nvCxnSpPr>
        <p:spPr>
          <a:xfrm rot="5400000" flipH="1" flipV="1">
            <a:off x="2477048" y="2297402"/>
            <a:ext cx="2245776" cy="1734064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1" name="Connecteur : en angle 50">
            <a:extLst>
              <a:ext uri="{FF2B5EF4-FFF2-40B4-BE49-F238E27FC236}">
                <a16:creationId xmlns:a16="http://schemas.microsoft.com/office/drawing/2014/main" id="{E2FEB6F7-7D8A-FC96-95A1-BECC03E90D1A}"/>
              </a:ext>
            </a:extLst>
          </p:cNvPr>
          <p:cNvCxnSpPr>
            <a:cxnSpLocks/>
            <a:stCxn id="7" idx="0"/>
            <a:endCxn id="4" idx="3"/>
          </p:cNvCxnSpPr>
          <p:nvPr/>
        </p:nvCxnSpPr>
        <p:spPr>
          <a:xfrm rot="16200000" flipV="1">
            <a:off x="7372383" y="2200607"/>
            <a:ext cx="2245776" cy="1927653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67233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29FAF37-5DD7-3CCA-10CE-A8B88FFBEB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Structure imbriquée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ED108F4E-8AAC-2780-73E8-688CC19EA95A}"/>
                  </a:ext>
                </a:extLst>
              </p:cNvPr>
              <p:cNvSpPr/>
              <p:nvPr/>
            </p:nvSpPr>
            <p:spPr>
              <a:xfrm>
                <a:off x="3978876" y="1554764"/>
                <a:ext cx="3469161" cy="953658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fr-CA" dirty="0"/>
                  <a:t>Modèle généralisé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CA" sz="1800" b="1" i="1" kern="100" smtClean="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𝐲</m:t>
                      </m:r>
                      <m:r>
                        <a:rPr lang="fr-CA" sz="1800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fr-CA" sz="1800" i="1" kern="100" smtClean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𝜌</m:t>
                      </m:r>
                      <m:r>
                        <a:rPr lang="fr-CA" sz="1800" b="1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𝐖𝐲</m:t>
                      </m:r>
                      <m:r>
                        <a:rPr lang="fr-CA" sz="1800" b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+</m:t>
                      </m:r>
                      <m:r>
                        <a:rPr lang="fr-CA" b="1" i="1"/>
                        <m:t>𝛊</m:t>
                      </m:r>
                      <m:r>
                        <a:rPr lang="fr-CA" i="1"/>
                        <m:t>𝛼</m:t>
                      </m:r>
                      <m:r>
                        <a:rPr lang="fr-CA" i="1"/>
                        <m:t>+</m:t>
                      </m:r>
                      <m:r>
                        <a:rPr lang="fr-CA" sz="1800" b="1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𝐗</m:t>
                      </m:r>
                      <m:r>
                        <a:rPr lang="fr-CA" sz="1800" b="1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𝛃</m:t>
                      </m:r>
                      <m:r>
                        <a:rPr lang="fr-CA" sz="1800" b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+</m:t>
                      </m:r>
                      <m:r>
                        <a:rPr lang="fr-CA" sz="1800" b="1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𝐖𝐗</m:t>
                      </m:r>
                      <m:r>
                        <a:rPr lang="fr-CA" sz="1800" b="1" i="0" kern="100" smtClean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𝛉</m:t>
                      </m:r>
                      <m:r>
                        <a:rPr lang="fr-CA" sz="1800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+</m:t>
                      </m:r>
                      <m:r>
                        <a:rPr lang="fr-CA" b="1" i="1" kern="10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𝝂</m:t>
                      </m:r>
                    </m:oMath>
                  </m:oMathPara>
                </a14:m>
                <a:endParaRPr lang="fr-CA" sz="1800" b="1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CA" sz="1800" b="1" i="1" kern="100" smtClean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𝝂</m:t>
                      </m:r>
                      <m:r>
                        <a:rPr lang="fr-CA" sz="1800" b="1" i="1" kern="100" smtClean="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fr-CA" i="1" kern="100"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𝜆</m:t>
                      </m:r>
                      <m:r>
                        <a:rPr lang="fr-CA" b="1" i="1" kern="100"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𝐖</m:t>
                      </m:r>
                      <m:r>
                        <a:rPr lang="fr-CA" b="1" i="1" kern="10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𝝂</m:t>
                      </m:r>
                      <m:r>
                        <a:rPr lang="fr-CA" b="1" i="1" kern="10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r>
                        <a:rPr lang="fr-CA" b="1" i="1" kern="100"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𝛆</m:t>
                      </m:r>
                    </m:oMath>
                  </m:oMathPara>
                </a14:m>
                <a:endParaRPr lang="fr-CA" sz="1800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ED108F4E-8AAC-2780-73E8-688CC19EA95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78876" y="1554764"/>
                <a:ext cx="3469161" cy="95365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DF40EBCF-82EF-2AE4-90C6-3178965E29B6}"/>
                  </a:ext>
                </a:extLst>
              </p:cNvPr>
              <p:cNvSpPr/>
              <p:nvPr/>
            </p:nvSpPr>
            <p:spPr>
              <a:xfrm>
                <a:off x="343929" y="2701154"/>
                <a:ext cx="3064476" cy="953658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fr-CA" dirty="0"/>
                  <a:t>Modèle SDM</a:t>
                </a:r>
              </a:p>
              <a:p>
                <a:pPr algn="ctr"/>
                <a14:m>
                  <m:oMath xmlns:m="http://schemas.openxmlformats.org/officeDocument/2006/math">
                    <m:r>
                      <a:rPr lang="fr-CA" sz="1800" b="1" i="1" kern="100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𝐲</m:t>
                    </m:r>
                    <m:r>
                      <a:rPr lang="fr-CA" sz="18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fr-CA" sz="1800" i="1" kern="100" smtClean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𝜌</m:t>
                    </m:r>
                    <m:r>
                      <a:rPr lang="fr-CA" sz="1800" b="1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𝐖𝐲</m:t>
                    </m:r>
                    <m:r>
                      <a:rPr lang="fr-CA" sz="1800" b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+</m:t>
                    </m:r>
                    <m:r>
                      <a:rPr lang="fr-CA" b="1" i="1"/>
                      <m:t>𝛊</m:t>
                    </m:r>
                    <m:r>
                      <a:rPr lang="fr-CA" i="1"/>
                      <m:t>𝛼</m:t>
                    </m:r>
                    <m:r>
                      <a:rPr lang="fr-CA" i="1"/>
                      <m:t>+</m:t>
                    </m:r>
                    <m:r>
                      <a:rPr lang="fr-CA" sz="1800" b="1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𝐗</m:t>
                    </m:r>
                    <m:r>
                      <a:rPr lang="fr-CA" sz="1800" b="1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𝛃</m:t>
                    </m:r>
                    <m:r>
                      <a:rPr lang="fr-CA" sz="1800" b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+</m:t>
                    </m:r>
                    <m:r>
                      <a:rPr lang="fr-CA" sz="1800" b="1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𝐖𝐗</m:t>
                    </m:r>
                    <m:r>
                      <a:rPr lang="fr-CA" sz="1800" b="1" i="0" kern="100" smtClean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𝛉</m:t>
                    </m:r>
                    <m:r>
                      <a:rPr lang="fr-CA" sz="18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+</m:t>
                    </m:r>
                  </m:oMath>
                </a14:m>
                <a:r>
                  <a:rPr lang="fr-CA" b="1" kern="100" dirty="0">
                    <a:ea typeface="Aptos" panose="020B0004020202020204" pitchFamily="34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fr-CA" b="1" i="1" kern="100"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𝛆</m:t>
                    </m:r>
                  </m:oMath>
                </a14:m>
                <a:endParaRPr lang="fr-CA" sz="1800" b="1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DF40EBCF-82EF-2AE4-90C6-3178965E29B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3929" y="2701154"/>
                <a:ext cx="3064476" cy="95365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7DF5193C-64EB-C72A-7430-E14DED550C95}"/>
                  </a:ext>
                </a:extLst>
              </p:cNvPr>
              <p:cNvSpPr/>
              <p:nvPr/>
            </p:nvSpPr>
            <p:spPr>
              <a:xfrm>
                <a:off x="8289324" y="2716902"/>
                <a:ext cx="3064476" cy="953658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fr-CA" dirty="0"/>
                  <a:t>Modèle SEDM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CA" sz="1800" b="1" i="1" kern="100" smtClean="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𝐲</m:t>
                      </m:r>
                      <m:r>
                        <a:rPr lang="fr-CA" sz="1800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fr-CA" b="1" i="1"/>
                        <m:t>𝛊</m:t>
                      </m:r>
                      <m:r>
                        <a:rPr lang="fr-CA" i="1"/>
                        <m:t>𝛼</m:t>
                      </m:r>
                      <m:r>
                        <a:rPr lang="fr-CA" i="1"/>
                        <m:t>+</m:t>
                      </m:r>
                      <m:r>
                        <a:rPr lang="fr-CA" sz="1800" b="1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𝐗</m:t>
                      </m:r>
                      <m:r>
                        <a:rPr lang="fr-CA" sz="1800" b="1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𝛃</m:t>
                      </m:r>
                      <m:r>
                        <a:rPr lang="fr-CA" sz="1800" b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+</m:t>
                      </m:r>
                      <m:r>
                        <a:rPr lang="fr-CA" sz="1800" b="1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𝐖𝐗</m:t>
                      </m:r>
                      <m:r>
                        <a:rPr lang="fr-CA" sz="1800" b="1" i="0" kern="100" smtClean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𝛉</m:t>
                      </m:r>
                      <m:r>
                        <a:rPr lang="fr-CA" sz="1800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+</m:t>
                      </m:r>
                      <m:r>
                        <a:rPr lang="fr-CA" b="1" i="1" kern="10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𝝂</m:t>
                      </m:r>
                    </m:oMath>
                  </m:oMathPara>
                </a14:m>
                <a:endParaRPr lang="fr-CA" sz="1800" b="1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CA" sz="1800" b="1" i="1" kern="100" smtClean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𝝂</m:t>
                      </m:r>
                      <m:r>
                        <a:rPr lang="fr-CA" sz="1800" b="1" i="1" kern="100" smtClean="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fr-CA" i="1" kern="100"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𝜆</m:t>
                      </m:r>
                      <m:r>
                        <a:rPr lang="fr-CA" b="1" i="1" kern="100"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𝐖</m:t>
                      </m:r>
                      <m:r>
                        <a:rPr lang="fr-CA" b="1" i="1" kern="10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𝝂</m:t>
                      </m:r>
                      <m:r>
                        <a:rPr lang="fr-CA" b="1" i="1" kern="10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r>
                        <a:rPr lang="fr-CA" b="1" i="1" kern="100"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𝛆</m:t>
                      </m:r>
                    </m:oMath>
                  </m:oMathPara>
                </a14:m>
                <a:endParaRPr lang="fr-CA" sz="1800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7DF5193C-64EB-C72A-7430-E14DED550C9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89324" y="2716902"/>
                <a:ext cx="3064476" cy="953658"/>
              </a:xfrm>
              <a:prstGeom prst="rect">
                <a:avLst/>
              </a:prstGeom>
              <a:blipFill>
                <a:blip r:embed="rId4"/>
                <a:stretch>
                  <a:fillRect t="-629"/>
                </a:stretch>
              </a:blipFill>
            </p:spPr>
            <p:txBody>
              <a:bodyPr/>
              <a:lstStyle/>
              <a:p>
                <a:r>
                  <a:rPr lang="fr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565A5B45-DE1F-CF3A-B14E-45C302EE2638}"/>
                  </a:ext>
                </a:extLst>
              </p:cNvPr>
              <p:cNvSpPr/>
              <p:nvPr/>
            </p:nvSpPr>
            <p:spPr>
              <a:xfrm>
                <a:off x="4263081" y="3698061"/>
                <a:ext cx="3064476" cy="953658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fr-CA" dirty="0"/>
                  <a:t>Modèle SLX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CA" sz="1800" b="1" i="1" kern="100" smtClean="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𝐲</m:t>
                      </m:r>
                      <m:r>
                        <a:rPr lang="fr-CA" sz="1800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fr-CA" b="1" i="1"/>
                        <m:t>𝛊</m:t>
                      </m:r>
                      <m:r>
                        <a:rPr lang="fr-CA" i="1"/>
                        <m:t>𝛼</m:t>
                      </m:r>
                      <m:r>
                        <a:rPr lang="fr-CA" i="1"/>
                        <m:t>+</m:t>
                      </m:r>
                      <m:r>
                        <a:rPr lang="fr-CA" sz="1800" b="1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𝐗</m:t>
                      </m:r>
                      <m:r>
                        <a:rPr lang="fr-CA" sz="1800" b="1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𝛃</m:t>
                      </m:r>
                      <m:r>
                        <a:rPr lang="fr-CA" sz="1800" b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+</m:t>
                      </m:r>
                      <m:r>
                        <a:rPr lang="fr-CA" sz="1800" b="1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𝐖𝐗</m:t>
                      </m:r>
                      <m:r>
                        <a:rPr lang="fr-CA" sz="1800" b="1" i="0" kern="100" smtClean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𝛉</m:t>
                      </m:r>
                      <m:r>
                        <a:rPr lang="fr-CA" sz="1800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+</m:t>
                      </m:r>
                      <m:r>
                        <a:rPr lang="fr-CA" b="1" i="1" kern="100" smtClean="0"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𝛆</m:t>
                      </m:r>
                    </m:oMath>
                  </m:oMathPara>
                </a14:m>
                <a:endParaRPr lang="fr-CA" sz="1800" b="1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565A5B45-DE1F-CF3A-B14E-45C302EE263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63081" y="3698061"/>
                <a:ext cx="3064476" cy="95365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310C11D2-4554-E0AB-2D95-2DE235C4460F}"/>
                  </a:ext>
                </a:extLst>
              </p:cNvPr>
              <p:cNvSpPr/>
              <p:nvPr/>
            </p:nvSpPr>
            <p:spPr>
              <a:xfrm>
                <a:off x="4263081" y="5605377"/>
                <a:ext cx="3064476" cy="953658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fr-CA" dirty="0"/>
                  <a:t>Modèle MCO</a:t>
                </a:r>
              </a:p>
              <a:p>
                <a:pPr algn="ctr"/>
                <a14:m>
                  <m:oMath xmlns:m="http://schemas.openxmlformats.org/officeDocument/2006/math">
                    <m:r>
                      <a:rPr lang="fr-CA" sz="1800" b="1" i="1" kern="100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𝐲</m:t>
                    </m:r>
                    <m:r>
                      <a:rPr lang="fr-CA" sz="18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fr-CA" b="1" i="1"/>
                      <m:t>𝛊</m:t>
                    </m:r>
                    <m:r>
                      <a:rPr lang="fr-CA" i="1"/>
                      <m:t>𝛼</m:t>
                    </m:r>
                    <m:r>
                      <a:rPr lang="fr-CA" i="1"/>
                      <m:t>+</m:t>
                    </m:r>
                    <m:r>
                      <a:rPr lang="fr-CA" sz="1800" b="1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𝐗</m:t>
                    </m:r>
                    <m:r>
                      <a:rPr lang="fr-CA" sz="1800" b="1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𝛃</m:t>
                    </m:r>
                    <m:r>
                      <a:rPr lang="fr-CA" sz="18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+</m:t>
                    </m:r>
                  </m:oMath>
                </a14:m>
                <a:r>
                  <a:rPr lang="fr-CA" b="1" kern="100" dirty="0">
                    <a:ea typeface="Aptos" panose="020B0004020202020204" pitchFamily="34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fr-CA" b="1" i="1" kern="100"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𝛆</m:t>
                    </m:r>
                  </m:oMath>
                </a14:m>
                <a:endParaRPr lang="fr-CA" sz="1800" b="1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310C11D2-4554-E0AB-2D95-2DE235C4460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63081" y="5605377"/>
                <a:ext cx="3064476" cy="95365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CA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Connecteur : en angle 9">
            <a:extLst>
              <a:ext uri="{FF2B5EF4-FFF2-40B4-BE49-F238E27FC236}">
                <a16:creationId xmlns:a16="http://schemas.microsoft.com/office/drawing/2014/main" id="{ECE43EE8-E60A-2934-E682-8819ABC2CB68}"/>
              </a:ext>
            </a:extLst>
          </p:cNvPr>
          <p:cNvCxnSpPr>
            <a:cxnSpLocks/>
            <a:stCxn id="4" idx="1"/>
            <a:endCxn id="5" idx="0"/>
          </p:cNvCxnSpPr>
          <p:nvPr/>
        </p:nvCxnSpPr>
        <p:spPr>
          <a:xfrm rot="10800000" flipV="1">
            <a:off x="1876168" y="2031592"/>
            <a:ext cx="2102709" cy="669561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" name="Connecteur : en angle 10">
            <a:extLst>
              <a:ext uri="{FF2B5EF4-FFF2-40B4-BE49-F238E27FC236}">
                <a16:creationId xmlns:a16="http://schemas.microsoft.com/office/drawing/2014/main" id="{4C74AB21-D58C-92E3-D6DA-2D6CE93DE855}"/>
              </a:ext>
            </a:extLst>
          </p:cNvPr>
          <p:cNvCxnSpPr>
            <a:cxnSpLocks/>
            <a:stCxn id="4" idx="3"/>
            <a:endCxn id="6" idx="0"/>
          </p:cNvCxnSpPr>
          <p:nvPr/>
        </p:nvCxnSpPr>
        <p:spPr>
          <a:xfrm>
            <a:off x="7448037" y="2031593"/>
            <a:ext cx="2373525" cy="685309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Connecteur : en angle 13">
            <a:extLst>
              <a:ext uri="{FF2B5EF4-FFF2-40B4-BE49-F238E27FC236}">
                <a16:creationId xmlns:a16="http://schemas.microsoft.com/office/drawing/2014/main" id="{8B59322C-DB38-ABB5-FD55-8E43E1A9BBB2}"/>
              </a:ext>
            </a:extLst>
          </p:cNvPr>
          <p:cNvCxnSpPr>
            <a:cxnSpLocks/>
            <a:stCxn id="5" idx="3"/>
            <a:endCxn id="7" idx="1"/>
          </p:cNvCxnSpPr>
          <p:nvPr/>
        </p:nvCxnSpPr>
        <p:spPr>
          <a:xfrm>
            <a:off x="3408405" y="3177983"/>
            <a:ext cx="854676" cy="996907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A10970C1-067A-8B63-8D73-385299D7FEE7}"/>
                  </a:ext>
                </a:extLst>
              </p:cNvPr>
              <p:cNvSpPr/>
              <p:nvPr/>
            </p:nvSpPr>
            <p:spPr>
              <a:xfrm>
                <a:off x="343929" y="4651719"/>
                <a:ext cx="3064476" cy="953658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fr-CA" dirty="0"/>
                  <a:t>Modèle SAR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CA" sz="1800" b="1" i="1" kern="100" smtClean="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𝐲</m:t>
                      </m:r>
                      <m:r>
                        <a:rPr lang="fr-CA" sz="1800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fr-CA" sz="1800" i="1" kern="100" smtClean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𝜌</m:t>
                      </m:r>
                      <m:r>
                        <a:rPr lang="fr-CA" sz="1800" b="1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𝐖𝐲</m:t>
                      </m:r>
                      <m:r>
                        <a:rPr lang="fr-CA" sz="1800" b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+</m:t>
                      </m:r>
                      <m:r>
                        <a:rPr lang="fr-CA" b="1" i="1"/>
                        <m:t>𝛊</m:t>
                      </m:r>
                      <m:r>
                        <a:rPr lang="fr-CA" i="1"/>
                        <m:t>𝛼</m:t>
                      </m:r>
                      <m:r>
                        <a:rPr lang="fr-CA" i="1"/>
                        <m:t>+</m:t>
                      </m:r>
                      <m:r>
                        <a:rPr lang="fr-CA" sz="1800" b="1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𝐗</m:t>
                      </m:r>
                      <m:r>
                        <a:rPr lang="fr-CA" sz="1800" b="1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𝛃</m:t>
                      </m:r>
                      <m:r>
                        <a:rPr lang="fr-CA" sz="1800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+</m:t>
                      </m:r>
                      <m:r>
                        <a:rPr lang="fr-CA" b="1" i="1" kern="100" smtClean="0"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𝛆</m:t>
                      </m:r>
                    </m:oMath>
                  </m:oMathPara>
                </a14:m>
                <a:endParaRPr lang="fr-CA" sz="1800" b="1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A10970C1-067A-8B63-8D73-385299D7FEE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3929" y="4651719"/>
                <a:ext cx="3064476" cy="953658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7EF3AB5D-8DEE-D18E-D12C-EE19EA77B09A}"/>
                  </a:ext>
                </a:extLst>
              </p:cNvPr>
              <p:cNvSpPr/>
              <p:nvPr/>
            </p:nvSpPr>
            <p:spPr>
              <a:xfrm>
                <a:off x="8289324" y="4651719"/>
                <a:ext cx="3064476" cy="953658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fr-CA" dirty="0"/>
                  <a:t>Modèle SEM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CA" sz="1800" b="1" i="1" kern="100" smtClean="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𝐲</m:t>
                      </m:r>
                      <m:r>
                        <a:rPr lang="fr-CA" sz="1800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fr-CA" b="1" i="1"/>
                        <m:t>𝛊</m:t>
                      </m:r>
                      <m:r>
                        <a:rPr lang="fr-CA" i="1"/>
                        <m:t>𝛼</m:t>
                      </m:r>
                      <m:r>
                        <a:rPr lang="fr-CA" i="1"/>
                        <m:t>+</m:t>
                      </m:r>
                      <m:r>
                        <a:rPr lang="fr-CA" sz="1800" b="1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𝐗</m:t>
                      </m:r>
                      <m:r>
                        <a:rPr lang="fr-CA" sz="1800" b="1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𝛃</m:t>
                      </m:r>
                      <m:r>
                        <a:rPr lang="fr-CA" sz="1800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+</m:t>
                      </m:r>
                      <m:r>
                        <a:rPr lang="fr-CA" b="1" i="1" kern="10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𝝂</m:t>
                      </m:r>
                    </m:oMath>
                  </m:oMathPara>
                </a14:m>
                <a:endParaRPr lang="fr-CA" sz="1800" b="1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CA" sz="1800" b="1" i="1" kern="100" smtClean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𝝂</m:t>
                      </m:r>
                      <m:r>
                        <a:rPr lang="fr-CA" sz="1800" b="1" i="1" kern="100" smtClean="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fr-CA" i="1" kern="100"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𝜆</m:t>
                      </m:r>
                      <m:r>
                        <a:rPr lang="fr-CA" b="1" i="1" kern="100"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𝐖</m:t>
                      </m:r>
                      <m:r>
                        <a:rPr lang="fr-CA" b="1" i="1" kern="10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𝝂</m:t>
                      </m:r>
                      <m:r>
                        <a:rPr lang="fr-CA" b="1" i="1" kern="10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r>
                        <a:rPr lang="fr-CA" b="1" i="1" kern="100"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𝛆</m:t>
                      </m:r>
                    </m:oMath>
                  </m:oMathPara>
                </a14:m>
                <a:endParaRPr lang="fr-CA" sz="1800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7EF3AB5D-8DEE-D18E-D12C-EE19EA77B09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89324" y="4651719"/>
                <a:ext cx="3064476" cy="953658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CA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2" name="Connecteur : en angle 21">
            <a:extLst>
              <a:ext uri="{FF2B5EF4-FFF2-40B4-BE49-F238E27FC236}">
                <a16:creationId xmlns:a16="http://schemas.microsoft.com/office/drawing/2014/main" id="{AEF26228-A2BD-5722-09EF-0EF4162EEDC0}"/>
              </a:ext>
            </a:extLst>
          </p:cNvPr>
          <p:cNvCxnSpPr>
            <a:cxnSpLocks/>
            <a:stCxn id="6" idx="1"/>
            <a:endCxn id="7" idx="3"/>
          </p:cNvCxnSpPr>
          <p:nvPr/>
        </p:nvCxnSpPr>
        <p:spPr>
          <a:xfrm rot="10800000" flipV="1">
            <a:off x="7327558" y="3193730"/>
            <a:ext cx="961767" cy="981159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7" name="Connecteur : en angle 26">
            <a:extLst>
              <a:ext uri="{FF2B5EF4-FFF2-40B4-BE49-F238E27FC236}">
                <a16:creationId xmlns:a16="http://schemas.microsoft.com/office/drawing/2014/main" id="{C0FFA906-3187-44FD-9F06-C5F39F2093CF}"/>
              </a:ext>
            </a:extLst>
          </p:cNvPr>
          <p:cNvCxnSpPr>
            <a:cxnSpLocks/>
            <a:stCxn id="16" idx="1"/>
            <a:endCxn id="8" idx="3"/>
          </p:cNvCxnSpPr>
          <p:nvPr/>
        </p:nvCxnSpPr>
        <p:spPr>
          <a:xfrm rot="10800000" flipV="1">
            <a:off x="7327558" y="5128548"/>
            <a:ext cx="961767" cy="953658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" name="Connecteur : en angle 29">
            <a:extLst>
              <a:ext uri="{FF2B5EF4-FFF2-40B4-BE49-F238E27FC236}">
                <a16:creationId xmlns:a16="http://schemas.microsoft.com/office/drawing/2014/main" id="{2739AD0D-AE0A-EB54-CF32-63C1432E9713}"/>
              </a:ext>
            </a:extLst>
          </p:cNvPr>
          <p:cNvCxnSpPr>
            <a:cxnSpLocks/>
            <a:stCxn id="15" idx="3"/>
            <a:endCxn id="8" idx="1"/>
          </p:cNvCxnSpPr>
          <p:nvPr/>
        </p:nvCxnSpPr>
        <p:spPr>
          <a:xfrm>
            <a:off x="3408405" y="5128548"/>
            <a:ext cx="854676" cy="953658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4" name="Connecteur droit avec flèche 33">
            <a:extLst>
              <a:ext uri="{FF2B5EF4-FFF2-40B4-BE49-F238E27FC236}">
                <a16:creationId xmlns:a16="http://schemas.microsoft.com/office/drawing/2014/main" id="{396FE485-2612-DE2F-232C-842CF54D7A14}"/>
              </a:ext>
            </a:extLst>
          </p:cNvPr>
          <p:cNvCxnSpPr>
            <a:stCxn id="5" idx="2"/>
            <a:endCxn id="15" idx="0"/>
          </p:cNvCxnSpPr>
          <p:nvPr/>
        </p:nvCxnSpPr>
        <p:spPr>
          <a:xfrm>
            <a:off x="1876167" y="3654812"/>
            <a:ext cx="0" cy="99690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5" name="Connecteur droit avec flèche 34">
            <a:extLst>
              <a:ext uri="{FF2B5EF4-FFF2-40B4-BE49-F238E27FC236}">
                <a16:creationId xmlns:a16="http://schemas.microsoft.com/office/drawing/2014/main" id="{5B05BE69-2FFA-5AFF-7978-87A2586499B1}"/>
              </a:ext>
            </a:extLst>
          </p:cNvPr>
          <p:cNvCxnSpPr>
            <a:cxnSpLocks/>
            <a:stCxn id="6" idx="2"/>
            <a:endCxn id="16" idx="0"/>
          </p:cNvCxnSpPr>
          <p:nvPr/>
        </p:nvCxnSpPr>
        <p:spPr>
          <a:xfrm>
            <a:off x="9821562" y="3670560"/>
            <a:ext cx="0" cy="98115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8" name="Connecteur droit avec flèche 37">
            <a:extLst>
              <a:ext uri="{FF2B5EF4-FFF2-40B4-BE49-F238E27FC236}">
                <a16:creationId xmlns:a16="http://schemas.microsoft.com/office/drawing/2014/main" id="{89FAD074-09D9-B526-40EF-135A62B81B24}"/>
              </a:ext>
            </a:extLst>
          </p:cNvPr>
          <p:cNvCxnSpPr>
            <a:cxnSpLocks/>
            <a:stCxn id="7" idx="2"/>
            <a:endCxn id="8" idx="0"/>
          </p:cNvCxnSpPr>
          <p:nvPr/>
        </p:nvCxnSpPr>
        <p:spPr>
          <a:xfrm>
            <a:off x="5795319" y="4651719"/>
            <a:ext cx="0" cy="95365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ZoneTexte 41">
                <a:extLst>
                  <a:ext uri="{FF2B5EF4-FFF2-40B4-BE49-F238E27FC236}">
                    <a16:creationId xmlns:a16="http://schemas.microsoft.com/office/drawing/2014/main" id="{CA160C2D-511B-3185-8109-DDA2EAEF20ED}"/>
                  </a:ext>
                </a:extLst>
              </p:cNvPr>
              <p:cNvSpPr txBox="1"/>
              <p:nvPr/>
            </p:nvSpPr>
            <p:spPr>
              <a:xfrm>
                <a:off x="8143103" y="1414849"/>
                <a:ext cx="150134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CA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𝜌</m:t>
                      </m:r>
                      <m:r>
                        <a:rPr lang="fr-CA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fr-CA" dirty="0"/>
              </a:p>
            </p:txBody>
          </p:sp>
        </mc:Choice>
        <mc:Fallback xmlns="">
          <p:sp>
            <p:nvSpPr>
              <p:cNvPr id="42" name="ZoneTexte 41">
                <a:extLst>
                  <a:ext uri="{FF2B5EF4-FFF2-40B4-BE49-F238E27FC236}">
                    <a16:creationId xmlns:a16="http://schemas.microsoft.com/office/drawing/2014/main" id="{CA160C2D-511B-3185-8109-DDA2EAEF20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43103" y="1414849"/>
                <a:ext cx="1501346" cy="369332"/>
              </a:xfrm>
              <a:prstGeom prst="rect">
                <a:avLst/>
              </a:prstGeom>
              <a:blipFill>
                <a:blip r:embed="rId9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fr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ZoneTexte 42">
                <a:extLst>
                  <a:ext uri="{FF2B5EF4-FFF2-40B4-BE49-F238E27FC236}">
                    <a16:creationId xmlns:a16="http://schemas.microsoft.com/office/drawing/2014/main" id="{A58CD9CD-C05C-C5CA-264F-AD7585828F70}"/>
                  </a:ext>
                </a:extLst>
              </p:cNvPr>
              <p:cNvSpPr txBox="1"/>
              <p:nvPr/>
            </p:nvSpPr>
            <p:spPr>
              <a:xfrm>
                <a:off x="1527089" y="1423846"/>
                <a:ext cx="150134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CA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𝜆</m:t>
                      </m:r>
                      <m:r>
                        <a:rPr lang="fr-CA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fr-CA" dirty="0"/>
              </a:p>
            </p:txBody>
          </p:sp>
        </mc:Choice>
        <mc:Fallback xmlns="">
          <p:sp>
            <p:nvSpPr>
              <p:cNvPr id="43" name="ZoneTexte 42">
                <a:extLst>
                  <a:ext uri="{FF2B5EF4-FFF2-40B4-BE49-F238E27FC236}">
                    <a16:creationId xmlns:a16="http://schemas.microsoft.com/office/drawing/2014/main" id="{A58CD9CD-C05C-C5CA-264F-AD7585828F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7089" y="1423846"/>
                <a:ext cx="1501346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ZoneTexte 43">
                <a:extLst>
                  <a:ext uri="{FF2B5EF4-FFF2-40B4-BE49-F238E27FC236}">
                    <a16:creationId xmlns:a16="http://schemas.microsoft.com/office/drawing/2014/main" id="{F0935570-6CEB-8A6A-8918-28F54DF8744D}"/>
                  </a:ext>
                </a:extLst>
              </p:cNvPr>
              <p:cNvSpPr txBox="1"/>
              <p:nvPr/>
            </p:nvSpPr>
            <p:spPr>
              <a:xfrm>
                <a:off x="7073213" y="2664661"/>
                <a:ext cx="150134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CA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𝜆</m:t>
                      </m:r>
                      <m:r>
                        <a:rPr lang="fr-CA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fr-CA" dirty="0"/>
              </a:p>
            </p:txBody>
          </p:sp>
        </mc:Choice>
        <mc:Fallback xmlns="">
          <p:sp>
            <p:nvSpPr>
              <p:cNvPr id="44" name="ZoneTexte 43">
                <a:extLst>
                  <a:ext uri="{FF2B5EF4-FFF2-40B4-BE49-F238E27FC236}">
                    <a16:creationId xmlns:a16="http://schemas.microsoft.com/office/drawing/2014/main" id="{F0935570-6CEB-8A6A-8918-28F54DF874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73213" y="2664661"/>
                <a:ext cx="1501346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ZoneTexte 44">
                <a:extLst>
                  <a:ext uri="{FF2B5EF4-FFF2-40B4-BE49-F238E27FC236}">
                    <a16:creationId xmlns:a16="http://schemas.microsoft.com/office/drawing/2014/main" id="{F188DC47-1B9F-38B8-1C20-CBA7A986DF36}"/>
                  </a:ext>
                </a:extLst>
              </p:cNvPr>
              <p:cNvSpPr txBox="1"/>
              <p:nvPr/>
            </p:nvSpPr>
            <p:spPr>
              <a:xfrm>
                <a:off x="3062417" y="2669230"/>
                <a:ext cx="150134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CA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𝜌</m:t>
                      </m:r>
                      <m:r>
                        <a:rPr lang="fr-CA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fr-CA" dirty="0"/>
              </a:p>
            </p:txBody>
          </p:sp>
        </mc:Choice>
        <mc:Fallback xmlns="">
          <p:sp>
            <p:nvSpPr>
              <p:cNvPr id="45" name="ZoneTexte 44">
                <a:extLst>
                  <a:ext uri="{FF2B5EF4-FFF2-40B4-BE49-F238E27FC236}">
                    <a16:creationId xmlns:a16="http://schemas.microsoft.com/office/drawing/2014/main" id="{F188DC47-1B9F-38B8-1C20-CBA7A986DF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62417" y="2669230"/>
                <a:ext cx="1501346" cy="369332"/>
              </a:xfrm>
              <a:prstGeom prst="rect">
                <a:avLst/>
              </a:prstGeom>
              <a:blipFill>
                <a:blip r:embed="rId12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fr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ZoneTexte 45">
                <a:extLst>
                  <a:ext uri="{FF2B5EF4-FFF2-40B4-BE49-F238E27FC236}">
                    <a16:creationId xmlns:a16="http://schemas.microsoft.com/office/drawing/2014/main" id="{86A784F2-EFE0-7095-F320-3C966BB6073C}"/>
                  </a:ext>
                </a:extLst>
              </p:cNvPr>
              <p:cNvSpPr txBox="1"/>
              <p:nvPr/>
            </p:nvSpPr>
            <p:spPr>
              <a:xfrm>
                <a:off x="4573030" y="4930022"/>
                <a:ext cx="150134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CA" b="1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𝛉</m:t>
                      </m:r>
                      <m:r>
                        <a:rPr lang="fr-CA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fr-CA" dirty="0"/>
              </a:p>
            </p:txBody>
          </p:sp>
        </mc:Choice>
        <mc:Fallback xmlns="">
          <p:sp>
            <p:nvSpPr>
              <p:cNvPr id="46" name="ZoneTexte 45">
                <a:extLst>
                  <a:ext uri="{FF2B5EF4-FFF2-40B4-BE49-F238E27FC236}">
                    <a16:creationId xmlns:a16="http://schemas.microsoft.com/office/drawing/2014/main" id="{86A784F2-EFE0-7095-F320-3C966BB607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3030" y="4930022"/>
                <a:ext cx="1501346" cy="36933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ZoneTexte 46">
                <a:extLst>
                  <a:ext uri="{FF2B5EF4-FFF2-40B4-BE49-F238E27FC236}">
                    <a16:creationId xmlns:a16="http://schemas.microsoft.com/office/drawing/2014/main" id="{084E6EBB-73C3-750D-325A-352AD7013DAC}"/>
                  </a:ext>
                </a:extLst>
              </p:cNvPr>
              <p:cNvSpPr txBox="1"/>
              <p:nvPr/>
            </p:nvSpPr>
            <p:spPr>
              <a:xfrm>
                <a:off x="8630165" y="3962723"/>
                <a:ext cx="150134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CA" b="1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𝛉</m:t>
                      </m:r>
                      <m:r>
                        <a:rPr lang="fr-CA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fr-CA" dirty="0"/>
              </a:p>
            </p:txBody>
          </p:sp>
        </mc:Choice>
        <mc:Fallback xmlns="">
          <p:sp>
            <p:nvSpPr>
              <p:cNvPr id="47" name="ZoneTexte 46">
                <a:extLst>
                  <a:ext uri="{FF2B5EF4-FFF2-40B4-BE49-F238E27FC236}">
                    <a16:creationId xmlns:a16="http://schemas.microsoft.com/office/drawing/2014/main" id="{084E6EBB-73C3-750D-325A-352AD7013D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30165" y="3962723"/>
                <a:ext cx="1501346" cy="369332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ZoneTexte 47">
                <a:extLst>
                  <a:ext uri="{FF2B5EF4-FFF2-40B4-BE49-F238E27FC236}">
                    <a16:creationId xmlns:a16="http://schemas.microsoft.com/office/drawing/2014/main" id="{287EBD05-88CA-B450-26A4-8855F05E9C67}"/>
                  </a:ext>
                </a:extLst>
              </p:cNvPr>
              <p:cNvSpPr txBox="1"/>
              <p:nvPr/>
            </p:nvSpPr>
            <p:spPr>
              <a:xfrm>
                <a:off x="507655" y="3976473"/>
                <a:ext cx="150134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CA" b="1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𝛉</m:t>
                      </m:r>
                      <m:r>
                        <a:rPr lang="fr-CA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fr-CA" dirty="0"/>
              </a:p>
            </p:txBody>
          </p:sp>
        </mc:Choice>
        <mc:Fallback xmlns="">
          <p:sp>
            <p:nvSpPr>
              <p:cNvPr id="48" name="ZoneTexte 47">
                <a:extLst>
                  <a:ext uri="{FF2B5EF4-FFF2-40B4-BE49-F238E27FC236}">
                    <a16:creationId xmlns:a16="http://schemas.microsoft.com/office/drawing/2014/main" id="{287EBD05-88CA-B450-26A4-8855F05E9C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655" y="3976473"/>
                <a:ext cx="1501346" cy="369332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ZoneTexte 48">
                <a:extLst>
                  <a:ext uri="{FF2B5EF4-FFF2-40B4-BE49-F238E27FC236}">
                    <a16:creationId xmlns:a16="http://schemas.microsoft.com/office/drawing/2014/main" id="{CE71B901-BE9A-E8D0-3AFF-6B1F84795CE2}"/>
                  </a:ext>
                </a:extLst>
              </p:cNvPr>
              <p:cNvSpPr txBox="1"/>
              <p:nvPr/>
            </p:nvSpPr>
            <p:spPr>
              <a:xfrm>
                <a:off x="2657732" y="5767887"/>
                <a:ext cx="150134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CA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𝜌</m:t>
                      </m:r>
                      <m:r>
                        <a:rPr lang="fr-CA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fr-CA" dirty="0"/>
              </a:p>
            </p:txBody>
          </p:sp>
        </mc:Choice>
        <mc:Fallback xmlns="">
          <p:sp>
            <p:nvSpPr>
              <p:cNvPr id="49" name="ZoneTexte 48">
                <a:extLst>
                  <a:ext uri="{FF2B5EF4-FFF2-40B4-BE49-F238E27FC236}">
                    <a16:creationId xmlns:a16="http://schemas.microsoft.com/office/drawing/2014/main" id="{CE71B901-BE9A-E8D0-3AFF-6B1F84795C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57732" y="5767887"/>
                <a:ext cx="1501346" cy="369332"/>
              </a:xfrm>
              <a:prstGeom prst="rect">
                <a:avLst/>
              </a:prstGeom>
              <a:blipFill>
                <a:blip r:embed="rId16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fr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ZoneTexte 49">
                <a:extLst>
                  <a:ext uri="{FF2B5EF4-FFF2-40B4-BE49-F238E27FC236}">
                    <a16:creationId xmlns:a16="http://schemas.microsoft.com/office/drawing/2014/main" id="{66F906AE-8C9F-1303-1ED6-5CB4D5AB72F0}"/>
                  </a:ext>
                </a:extLst>
              </p:cNvPr>
              <p:cNvSpPr txBox="1"/>
              <p:nvPr/>
            </p:nvSpPr>
            <p:spPr>
              <a:xfrm>
                <a:off x="7448037" y="5767887"/>
                <a:ext cx="150134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CA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𝜆</m:t>
                      </m:r>
                      <m:r>
                        <a:rPr lang="fr-CA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fr-CA" dirty="0"/>
              </a:p>
            </p:txBody>
          </p:sp>
        </mc:Choice>
        <mc:Fallback xmlns="">
          <p:sp>
            <p:nvSpPr>
              <p:cNvPr id="50" name="ZoneTexte 49">
                <a:extLst>
                  <a:ext uri="{FF2B5EF4-FFF2-40B4-BE49-F238E27FC236}">
                    <a16:creationId xmlns:a16="http://schemas.microsoft.com/office/drawing/2014/main" id="{66F906AE-8C9F-1303-1ED6-5CB4D5AB72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48037" y="5767887"/>
                <a:ext cx="1501346" cy="369332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C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3759262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143</TotalTime>
  <Words>263</Words>
  <Application>Microsoft Office PowerPoint</Application>
  <PresentationFormat>Grand écran</PresentationFormat>
  <Paragraphs>70</Paragraphs>
  <Slides>4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4</vt:i4>
      </vt:variant>
    </vt:vector>
  </HeadingPairs>
  <TitlesOfParts>
    <vt:vector size="9" baseType="lpstr">
      <vt:lpstr>Aptos</vt:lpstr>
      <vt:lpstr>Aptos Display</vt:lpstr>
      <vt:lpstr>Arial</vt:lpstr>
      <vt:lpstr>Cambria Math</vt:lpstr>
      <vt:lpstr>Thème Office</vt:lpstr>
      <vt:lpstr>Figures Modélisation économétrique spatiale</vt:lpstr>
      <vt:lpstr>Effets marginaux</vt:lpstr>
      <vt:lpstr>SAR ou SEM?</vt:lpstr>
      <vt:lpstr>Structure imbriquée</vt:lpstr>
    </vt:vector>
  </TitlesOfParts>
  <Company>Université Laval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Jean Dubé</dc:creator>
  <cp:lastModifiedBy>Jean Dubé</cp:lastModifiedBy>
  <cp:revision>1</cp:revision>
  <dcterms:created xsi:type="dcterms:W3CDTF">2024-12-12T13:41:54Z</dcterms:created>
  <dcterms:modified xsi:type="dcterms:W3CDTF">2024-12-12T16:14:20Z</dcterms:modified>
</cp:coreProperties>
</file>